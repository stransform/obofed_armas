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455" r:id="rId2"/>
    <p:sldId id="257" r:id="rId3"/>
    <p:sldId id="259" r:id="rId4"/>
    <p:sldId id="505" r:id="rId5"/>
    <p:sldId id="506" r:id="rId6"/>
    <p:sldId id="507" r:id="rId7"/>
    <p:sldId id="508" r:id="rId8"/>
    <p:sldId id="376" r:id="rId9"/>
    <p:sldId id="380" r:id="rId10"/>
    <p:sldId id="509" r:id="rId11"/>
    <p:sldId id="510" r:id="rId12"/>
    <p:sldId id="511" r:id="rId13"/>
    <p:sldId id="512" r:id="rId14"/>
    <p:sldId id="513" r:id="rId15"/>
    <p:sldId id="276" r:id="rId16"/>
    <p:sldId id="514" r:id="rId17"/>
    <p:sldId id="317" r:id="rId18"/>
    <p:sldId id="316" r:id="rId19"/>
    <p:sldId id="515" r:id="rId20"/>
    <p:sldId id="516" r:id="rId21"/>
    <p:sldId id="456" r:id="rId22"/>
  </p:sldIdLst>
  <p:sldSz cx="18288000" cy="10287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far" initials="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52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3" d="100"/>
          <a:sy n="53" d="100"/>
        </p:scale>
        <p:origin x="394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01T14:40:19.457" idx="1">
    <p:pos x="1153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2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DFA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019" y="9686925"/>
            <a:ext cx="2153256" cy="5143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2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DFA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019" y="9686925"/>
            <a:ext cx="2153256" cy="5143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2E9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DFAF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019" y="9686925"/>
            <a:ext cx="2153256" cy="5143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019" y="9686925"/>
            <a:ext cx="2153256" cy="5143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019" y="9686925"/>
            <a:ext cx="2153256" cy="5143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019" y="9686925"/>
            <a:ext cx="2153256" cy="5143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019" y="9686925"/>
            <a:ext cx="2153256" cy="5143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EC8AB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4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019" y="9686925"/>
            <a:ext cx="2153256" cy="51435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459;p11"/>
          <p:cNvGrpSpPr/>
          <p:nvPr/>
        </p:nvGrpSpPr>
        <p:grpSpPr>
          <a:xfrm>
            <a:off x="621360" y="7395120"/>
            <a:ext cx="6529320" cy="1437120"/>
            <a:chOff x="621360" y="7395120"/>
            <a:chExt cx="6529320" cy="1437120"/>
          </a:xfrm>
        </p:grpSpPr>
        <p:sp>
          <p:nvSpPr>
            <p:cNvPr id="39" name="Google Shape;460;p11"/>
            <p:cNvSpPr/>
            <p:nvPr/>
          </p:nvSpPr>
          <p:spPr>
            <a:xfrm>
              <a:off x="621360" y="7576200"/>
              <a:ext cx="6529320" cy="1256040"/>
            </a:xfrm>
            <a:custGeom>
              <a:avLst/>
              <a:gdLst/>
              <a:ahLst/>
              <a:cxnLst/>
              <a:rect l="l" t="t" r="r" b="b"/>
              <a:pathLst>
                <a:path w="1719710" h="330886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Google Shape;461;p11"/>
            <p:cNvSpPr/>
            <p:nvPr/>
          </p:nvSpPr>
          <p:spPr>
            <a:xfrm>
              <a:off x="621360" y="7395120"/>
              <a:ext cx="6529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oogle Shape;462;p11"/>
          <p:cNvGrpSpPr/>
          <p:nvPr/>
        </p:nvGrpSpPr>
        <p:grpSpPr>
          <a:xfrm>
            <a:off x="641160" y="7543800"/>
            <a:ext cx="6529320" cy="1437120"/>
            <a:chOff x="641160" y="7543800"/>
            <a:chExt cx="6529320" cy="1437120"/>
          </a:xfrm>
        </p:grpSpPr>
        <p:sp>
          <p:nvSpPr>
            <p:cNvPr id="42" name="Google Shape;463;p11"/>
            <p:cNvSpPr/>
            <p:nvPr/>
          </p:nvSpPr>
          <p:spPr>
            <a:xfrm>
              <a:off x="641160" y="7724880"/>
              <a:ext cx="6529320" cy="1256040"/>
            </a:xfrm>
            <a:custGeom>
              <a:avLst/>
              <a:gdLst/>
              <a:ahLst/>
              <a:cxnLst/>
              <a:rect l="l" t="t" r="r" b="b"/>
              <a:pathLst>
                <a:path w="1719710" h="330886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Google Shape;464;p11"/>
            <p:cNvSpPr/>
            <p:nvPr/>
          </p:nvSpPr>
          <p:spPr>
            <a:xfrm>
              <a:off x="641160" y="7543800"/>
              <a:ext cx="6529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oogle Shape;465;p11"/>
          <p:cNvGrpSpPr/>
          <p:nvPr/>
        </p:nvGrpSpPr>
        <p:grpSpPr>
          <a:xfrm>
            <a:off x="417600" y="242280"/>
            <a:ext cx="5850360" cy="1309680"/>
            <a:chOff x="417600" y="242280"/>
            <a:chExt cx="5850360" cy="1309680"/>
          </a:xfrm>
        </p:grpSpPr>
        <p:grpSp>
          <p:nvGrpSpPr>
            <p:cNvPr id="45" name="Google Shape;466;p11"/>
            <p:cNvGrpSpPr/>
            <p:nvPr/>
          </p:nvGrpSpPr>
          <p:grpSpPr>
            <a:xfrm>
              <a:off x="417600" y="242280"/>
              <a:ext cx="1629720" cy="390240"/>
              <a:chOff x="417600" y="242280"/>
              <a:chExt cx="1629720" cy="390240"/>
            </a:xfrm>
          </p:grpSpPr>
          <p:sp>
            <p:nvSpPr>
              <p:cNvPr id="46" name="Google Shape;467;p11"/>
              <p:cNvSpPr/>
              <p:nvPr/>
            </p:nvSpPr>
            <p:spPr>
              <a:xfrm>
                <a:off x="417600" y="4233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Google Shape;468;p11"/>
              <p:cNvSpPr/>
              <p:nvPr/>
            </p:nvSpPr>
            <p:spPr>
              <a:xfrm>
                <a:off x="417600" y="242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8" name="Google Shape;469;p11"/>
            <p:cNvGrpSpPr/>
            <p:nvPr/>
          </p:nvGrpSpPr>
          <p:grpSpPr>
            <a:xfrm>
              <a:off x="2346120" y="242280"/>
              <a:ext cx="1629720" cy="390240"/>
              <a:chOff x="2346120" y="242280"/>
              <a:chExt cx="1629720" cy="390240"/>
            </a:xfrm>
          </p:grpSpPr>
          <p:sp>
            <p:nvSpPr>
              <p:cNvPr id="49" name="Google Shape;470;p11"/>
              <p:cNvSpPr/>
              <p:nvPr/>
            </p:nvSpPr>
            <p:spPr>
              <a:xfrm>
                <a:off x="2346120" y="4233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Google Shape;471;p11"/>
              <p:cNvSpPr/>
              <p:nvPr/>
            </p:nvSpPr>
            <p:spPr>
              <a:xfrm>
                <a:off x="2346120" y="242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1" name="Google Shape;472;p11"/>
            <p:cNvGrpSpPr/>
            <p:nvPr/>
          </p:nvGrpSpPr>
          <p:grpSpPr>
            <a:xfrm>
              <a:off x="1426320" y="854640"/>
              <a:ext cx="1629720" cy="389880"/>
              <a:chOff x="1426320" y="854640"/>
              <a:chExt cx="1629720" cy="389880"/>
            </a:xfrm>
          </p:grpSpPr>
          <p:sp>
            <p:nvSpPr>
              <p:cNvPr id="52" name="Google Shape;473;p11"/>
              <p:cNvSpPr/>
              <p:nvPr/>
            </p:nvSpPr>
            <p:spPr>
              <a:xfrm>
                <a:off x="1426320" y="10353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Google Shape;474;p11"/>
              <p:cNvSpPr/>
              <p:nvPr/>
            </p:nvSpPr>
            <p:spPr>
              <a:xfrm>
                <a:off x="1426320" y="85464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4" name="Google Shape;475;p11"/>
            <p:cNvGrpSpPr/>
            <p:nvPr/>
          </p:nvGrpSpPr>
          <p:grpSpPr>
            <a:xfrm>
              <a:off x="3161160" y="846000"/>
              <a:ext cx="1629720" cy="389880"/>
              <a:chOff x="3161160" y="846000"/>
              <a:chExt cx="1629720" cy="389880"/>
            </a:xfrm>
          </p:grpSpPr>
          <p:sp>
            <p:nvSpPr>
              <p:cNvPr id="55" name="Google Shape;476;p11"/>
              <p:cNvSpPr/>
              <p:nvPr/>
            </p:nvSpPr>
            <p:spPr>
              <a:xfrm>
                <a:off x="3161160" y="10267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Google Shape;477;p11"/>
              <p:cNvSpPr/>
              <p:nvPr/>
            </p:nvSpPr>
            <p:spPr>
              <a:xfrm>
                <a:off x="3161160" y="84600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" name="Google Shape;478;p11"/>
            <p:cNvGrpSpPr/>
            <p:nvPr/>
          </p:nvGrpSpPr>
          <p:grpSpPr>
            <a:xfrm>
              <a:off x="4403520" y="242280"/>
              <a:ext cx="892800" cy="390240"/>
              <a:chOff x="4403520" y="242280"/>
              <a:chExt cx="892800" cy="390240"/>
            </a:xfrm>
          </p:grpSpPr>
          <p:sp>
            <p:nvSpPr>
              <p:cNvPr id="58" name="Google Shape;479;p11"/>
              <p:cNvSpPr/>
              <p:nvPr/>
            </p:nvSpPr>
            <p:spPr>
              <a:xfrm>
                <a:off x="4403520" y="4233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Google Shape;480;p11"/>
              <p:cNvSpPr/>
              <p:nvPr/>
            </p:nvSpPr>
            <p:spPr>
              <a:xfrm>
                <a:off x="4403520" y="242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" name="Google Shape;481;p11"/>
            <p:cNvGrpSpPr/>
            <p:nvPr/>
          </p:nvGrpSpPr>
          <p:grpSpPr>
            <a:xfrm>
              <a:off x="5375160" y="846000"/>
              <a:ext cx="892800" cy="389880"/>
              <a:chOff x="5375160" y="846000"/>
              <a:chExt cx="892800" cy="389880"/>
            </a:xfrm>
          </p:grpSpPr>
          <p:sp>
            <p:nvSpPr>
              <p:cNvPr id="61" name="Google Shape;482;p11"/>
              <p:cNvSpPr/>
              <p:nvPr/>
            </p:nvSpPr>
            <p:spPr>
              <a:xfrm>
                <a:off x="5375160" y="10267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Google Shape;483;p11"/>
              <p:cNvSpPr/>
              <p:nvPr/>
            </p:nvSpPr>
            <p:spPr>
              <a:xfrm>
                <a:off x="5375160" y="84600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3" name="Google Shape;484;p11"/>
            <p:cNvGrpSpPr/>
            <p:nvPr/>
          </p:nvGrpSpPr>
          <p:grpSpPr>
            <a:xfrm>
              <a:off x="417600" y="862920"/>
              <a:ext cx="901440" cy="372960"/>
              <a:chOff x="417600" y="862920"/>
              <a:chExt cx="901440" cy="372960"/>
            </a:xfrm>
          </p:grpSpPr>
          <p:sp>
            <p:nvSpPr>
              <p:cNvPr id="64" name="Google Shape;485;p11"/>
              <p:cNvSpPr/>
              <p:nvPr/>
            </p:nvSpPr>
            <p:spPr>
              <a:xfrm>
                <a:off x="417600" y="104400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Google Shape;486;p11"/>
              <p:cNvSpPr/>
              <p:nvPr/>
            </p:nvSpPr>
            <p:spPr>
              <a:xfrm>
                <a:off x="417600" y="86292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6" name="Google Shape;487;p11"/>
            <p:cNvGrpSpPr/>
            <p:nvPr/>
          </p:nvGrpSpPr>
          <p:grpSpPr>
            <a:xfrm>
              <a:off x="417600" y="547200"/>
              <a:ext cx="3282840" cy="389880"/>
              <a:chOff x="417600" y="547200"/>
              <a:chExt cx="3282840" cy="389880"/>
            </a:xfrm>
          </p:grpSpPr>
          <p:sp>
            <p:nvSpPr>
              <p:cNvPr id="67" name="Google Shape;488;p11"/>
              <p:cNvSpPr/>
              <p:nvPr/>
            </p:nvSpPr>
            <p:spPr>
              <a:xfrm>
                <a:off x="417600" y="7279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Google Shape;489;p11"/>
              <p:cNvSpPr/>
              <p:nvPr/>
            </p:nvSpPr>
            <p:spPr>
              <a:xfrm>
                <a:off x="417600" y="5472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9" name="Google Shape;490;p11"/>
            <p:cNvGrpSpPr/>
            <p:nvPr/>
          </p:nvGrpSpPr>
          <p:grpSpPr>
            <a:xfrm>
              <a:off x="417600" y="1162080"/>
              <a:ext cx="3282840" cy="389880"/>
              <a:chOff x="417600" y="1162080"/>
              <a:chExt cx="3282840" cy="389880"/>
            </a:xfrm>
          </p:grpSpPr>
          <p:sp>
            <p:nvSpPr>
              <p:cNvPr id="70" name="Google Shape;491;p11"/>
              <p:cNvSpPr/>
              <p:nvPr/>
            </p:nvSpPr>
            <p:spPr>
              <a:xfrm>
                <a:off x="417600" y="13428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Google Shape;492;p11"/>
              <p:cNvSpPr/>
              <p:nvPr/>
            </p:nvSpPr>
            <p:spPr>
              <a:xfrm>
                <a:off x="417600" y="116208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2" name="Google Shape;493;p11"/>
          <p:cNvGrpSpPr/>
          <p:nvPr/>
        </p:nvGrpSpPr>
        <p:grpSpPr>
          <a:xfrm>
            <a:off x="12000240" y="8694000"/>
            <a:ext cx="5850720" cy="1309680"/>
            <a:chOff x="12000240" y="8694000"/>
            <a:chExt cx="5850720" cy="1309680"/>
          </a:xfrm>
        </p:grpSpPr>
        <p:grpSp>
          <p:nvGrpSpPr>
            <p:cNvPr id="73" name="Google Shape;494;p11"/>
            <p:cNvGrpSpPr/>
            <p:nvPr/>
          </p:nvGrpSpPr>
          <p:grpSpPr>
            <a:xfrm>
              <a:off x="16221240" y="9613800"/>
              <a:ext cx="1629720" cy="389880"/>
              <a:chOff x="16221240" y="9613800"/>
              <a:chExt cx="1629720" cy="389880"/>
            </a:xfrm>
          </p:grpSpPr>
          <p:sp>
            <p:nvSpPr>
              <p:cNvPr id="74" name="Google Shape;495;p11"/>
              <p:cNvSpPr/>
              <p:nvPr/>
            </p:nvSpPr>
            <p:spPr>
              <a:xfrm rot="10800000">
                <a:off x="16221240" y="961380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Google Shape;496;p11"/>
              <p:cNvSpPr/>
              <p:nvPr/>
            </p:nvSpPr>
            <p:spPr>
              <a:xfrm rot="10800000">
                <a:off x="16221240" y="961380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6" name="Google Shape;497;p11"/>
            <p:cNvGrpSpPr/>
            <p:nvPr/>
          </p:nvGrpSpPr>
          <p:grpSpPr>
            <a:xfrm>
              <a:off x="14292360" y="9613800"/>
              <a:ext cx="1629720" cy="389880"/>
              <a:chOff x="14292360" y="9613800"/>
              <a:chExt cx="1629720" cy="389880"/>
            </a:xfrm>
          </p:grpSpPr>
          <p:sp>
            <p:nvSpPr>
              <p:cNvPr id="77" name="Google Shape;498;p11"/>
              <p:cNvSpPr/>
              <p:nvPr/>
            </p:nvSpPr>
            <p:spPr>
              <a:xfrm rot="10800000">
                <a:off x="14292360" y="961380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Google Shape;499;p11"/>
              <p:cNvSpPr/>
              <p:nvPr/>
            </p:nvSpPr>
            <p:spPr>
              <a:xfrm rot="10800000">
                <a:off x="14292360" y="961380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9" name="Google Shape;500;p11"/>
            <p:cNvGrpSpPr/>
            <p:nvPr/>
          </p:nvGrpSpPr>
          <p:grpSpPr>
            <a:xfrm>
              <a:off x="15212160" y="9001440"/>
              <a:ext cx="1629720" cy="390240"/>
              <a:chOff x="15212160" y="9001440"/>
              <a:chExt cx="1629720" cy="390240"/>
            </a:xfrm>
          </p:grpSpPr>
          <p:sp>
            <p:nvSpPr>
              <p:cNvPr id="80" name="Google Shape;501;p11"/>
              <p:cNvSpPr/>
              <p:nvPr/>
            </p:nvSpPr>
            <p:spPr>
              <a:xfrm rot="10800000">
                <a:off x="15212160" y="900144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Google Shape;502;p11"/>
              <p:cNvSpPr/>
              <p:nvPr/>
            </p:nvSpPr>
            <p:spPr>
              <a:xfrm rot="10800000">
                <a:off x="15212160" y="900180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" name="Google Shape;503;p11"/>
            <p:cNvGrpSpPr/>
            <p:nvPr/>
          </p:nvGrpSpPr>
          <p:grpSpPr>
            <a:xfrm>
              <a:off x="13477320" y="9010080"/>
              <a:ext cx="1629720" cy="389880"/>
              <a:chOff x="13477320" y="9010080"/>
              <a:chExt cx="1629720" cy="389880"/>
            </a:xfrm>
          </p:grpSpPr>
          <p:sp>
            <p:nvSpPr>
              <p:cNvPr id="83" name="Google Shape;504;p11"/>
              <p:cNvSpPr/>
              <p:nvPr/>
            </p:nvSpPr>
            <p:spPr>
              <a:xfrm rot="10800000">
                <a:off x="13477320" y="901008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Google Shape;505;p11"/>
              <p:cNvSpPr/>
              <p:nvPr/>
            </p:nvSpPr>
            <p:spPr>
              <a:xfrm rot="10800000">
                <a:off x="13477320" y="90100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5" name="Google Shape;506;p11"/>
            <p:cNvGrpSpPr/>
            <p:nvPr/>
          </p:nvGrpSpPr>
          <p:grpSpPr>
            <a:xfrm>
              <a:off x="12971880" y="9613800"/>
              <a:ext cx="892800" cy="389880"/>
              <a:chOff x="12971880" y="9613800"/>
              <a:chExt cx="892800" cy="389880"/>
            </a:xfrm>
          </p:grpSpPr>
          <p:sp>
            <p:nvSpPr>
              <p:cNvPr id="86" name="Google Shape;507;p11"/>
              <p:cNvSpPr/>
              <p:nvPr/>
            </p:nvSpPr>
            <p:spPr>
              <a:xfrm rot="10800000">
                <a:off x="12971880" y="961380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Google Shape;508;p11"/>
              <p:cNvSpPr/>
              <p:nvPr/>
            </p:nvSpPr>
            <p:spPr>
              <a:xfrm rot="10800000">
                <a:off x="12971880" y="961380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8" name="Google Shape;509;p11"/>
            <p:cNvGrpSpPr/>
            <p:nvPr/>
          </p:nvGrpSpPr>
          <p:grpSpPr>
            <a:xfrm>
              <a:off x="12000240" y="9010080"/>
              <a:ext cx="892800" cy="389880"/>
              <a:chOff x="12000240" y="9010080"/>
              <a:chExt cx="892800" cy="389880"/>
            </a:xfrm>
          </p:grpSpPr>
          <p:sp>
            <p:nvSpPr>
              <p:cNvPr id="89" name="Google Shape;510;p11"/>
              <p:cNvSpPr/>
              <p:nvPr/>
            </p:nvSpPr>
            <p:spPr>
              <a:xfrm rot="10800000">
                <a:off x="12000240" y="901008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Google Shape;511;p11"/>
              <p:cNvSpPr/>
              <p:nvPr/>
            </p:nvSpPr>
            <p:spPr>
              <a:xfrm rot="10800000">
                <a:off x="12000240" y="90100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1" name="Google Shape;512;p11"/>
            <p:cNvGrpSpPr/>
            <p:nvPr/>
          </p:nvGrpSpPr>
          <p:grpSpPr>
            <a:xfrm>
              <a:off x="16949520" y="9010080"/>
              <a:ext cx="901440" cy="372960"/>
              <a:chOff x="16949520" y="9010080"/>
              <a:chExt cx="901440" cy="372960"/>
            </a:xfrm>
          </p:grpSpPr>
          <p:sp>
            <p:nvSpPr>
              <p:cNvPr id="92" name="Google Shape;513;p11"/>
              <p:cNvSpPr/>
              <p:nvPr/>
            </p:nvSpPr>
            <p:spPr>
              <a:xfrm rot="10800000">
                <a:off x="16949520" y="901008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Google Shape;514;p11"/>
              <p:cNvSpPr/>
              <p:nvPr/>
            </p:nvSpPr>
            <p:spPr>
              <a:xfrm rot="10800000">
                <a:off x="16949520" y="901008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4" name="Google Shape;515;p11"/>
            <p:cNvGrpSpPr/>
            <p:nvPr/>
          </p:nvGrpSpPr>
          <p:grpSpPr>
            <a:xfrm>
              <a:off x="14568120" y="9308880"/>
              <a:ext cx="3282840" cy="389880"/>
              <a:chOff x="14568120" y="9308880"/>
              <a:chExt cx="3282840" cy="389880"/>
            </a:xfrm>
          </p:grpSpPr>
          <p:sp>
            <p:nvSpPr>
              <p:cNvPr id="95" name="Google Shape;516;p11"/>
              <p:cNvSpPr/>
              <p:nvPr/>
            </p:nvSpPr>
            <p:spPr>
              <a:xfrm rot="10800000">
                <a:off x="14568120" y="930888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Google Shape;517;p11"/>
              <p:cNvSpPr/>
              <p:nvPr/>
            </p:nvSpPr>
            <p:spPr>
              <a:xfrm rot="10800000">
                <a:off x="14568120" y="930888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7" name="Google Shape;518;p11"/>
            <p:cNvGrpSpPr/>
            <p:nvPr/>
          </p:nvGrpSpPr>
          <p:grpSpPr>
            <a:xfrm>
              <a:off x="14568120" y="8694000"/>
              <a:ext cx="3282840" cy="390240"/>
              <a:chOff x="14568120" y="8694000"/>
              <a:chExt cx="3282840" cy="390240"/>
            </a:xfrm>
          </p:grpSpPr>
          <p:sp>
            <p:nvSpPr>
              <p:cNvPr id="98" name="Google Shape;519;p11"/>
              <p:cNvSpPr/>
              <p:nvPr/>
            </p:nvSpPr>
            <p:spPr>
              <a:xfrm rot="10800000">
                <a:off x="14568120" y="869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Google Shape;520;p11"/>
              <p:cNvSpPr/>
              <p:nvPr/>
            </p:nvSpPr>
            <p:spPr>
              <a:xfrm rot="10800000">
                <a:off x="14568120" y="869436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13" name="Google Shape;535;p11"/>
          <p:cNvSpPr/>
          <p:nvPr/>
        </p:nvSpPr>
        <p:spPr>
          <a:xfrm>
            <a:off x="502920" y="2538077"/>
            <a:ext cx="10055520" cy="203132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600" dirty="0" err="1"/>
              <a:t>Foundation,Strategy</a:t>
            </a:r>
            <a:r>
              <a:rPr lang="en-US" sz="6600" dirty="0"/>
              <a:t> and Shared Understanding</a:t>
            </a:r>
            <a:endParaRPr lang="en-US" sz="6600" spc="-1" dirty="0"/>
          </a:p>
        </p:txBody>
      </p:sp>
      <p:sp>
        <p:nvSpPr>
          <p:cNvPr id="114" name="Google Shape;536;p11"/>
          <p:cNvSpPr/>
          <p:nvPr/>
        </p:nvSpPr>
        <p:spPr>
          <a:xfrm>
            <a:off x="914400" y="7713360"/>
            <a:ext cx="5943600" cy="91826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9000"/>
              </a:lnSpc>
              <a:buNone/>
              <a:tabLst>
                <a:tab pos="0" algn="l"/>
              </a:tabLst>
            </a:pPr>
            <a:r>
              <a:rPr lang="en-US" sz="5400" spc="-1" dirty="0">
                <a:solidFill>
                  <a:srgbClr val="FFFFFF"/>
                </a:solidFill>
                <a:latin typeface="Anton"/>
                <a:ea typeface="Anton"/>
                <a:sym typeface="+mn-ea"/>
              </a:rPr>
              <a:t> By Simon</a:t>
            </a:r>
            <a:endParaRPr lang="en-US" sz="5400" b="0" strike="noStrike" spc="-1" dirty="0">
              <a:latin typeface="Arial"/>
            </a:endParaRPr>
          </a:p>
        </p:txBody>
      </p:sp>
      <p:pic>
        <p:nvPicPr>
          <p:cNvPr id="115" name="Google Shape;537;p11"/>
          <p:cNvPicPr/>
          <p:nvPr/>
        </p:nvPicPr>
        <p:blipFill>
          <a:blip r:embed="rId2"/>
          <a:stretch>
            <a:fillRect/>
          </a:stretch>
        </p:blipFill>
        <p:spPr>
          <a:xfrm>
            <a:off x="10558440" y="1595880"/>
            <a:ext cx="7050960" cy="6514920"/>
          </a:xfrm>
          <a:prstGeom prst="rect">
            <a:avLst/>
          </a:prstGeom>
          <a:ln w="0">
            <a:noFill/>
          </a:ln>
        </p:spPr>
      </p:pic>
      <p:grpSp>
        <p:nvGrpSpPr>
          <p:cNvPr id="2" name="Google Shape;691;p13">
            <a:extLst>
              <a:ext uri="{FF2B5EF4-FFF2-40B4-BE49-F238E27FC236}">
                <a16:creationId xmlns:a16="http://schemas.microsoft.com/office/drawing/2014/main" id="{7BB140E5-385B-3BCA-757C-57B0FFF15BAA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3" name="Google Shape;692;p13">
              <a:extLst>
                <a:ext uri="{FF2B5EF4-FFF2-40B4-BE49-F238E27FC236}">
                  <a16:creationId xmlns:a16="http://schemas.microsoft.com/office/drawing/2014/main" id="{E9616966-10B5-5AA1-1C66-7FB468564FB3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1" name="Google Shape;693;p13">
                <a:extLst>
                  <a:ext uri="{FF2B5EF4-FFF2-40B4-BE49-F238E27FC236}">
                    <a16:creationId xmlns:a16="http://schemas.microsoft.com/office/drawing/2014/main" id="{0F3A39DA-2DE8-9EB4-6D09-E7BB30DEC243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694;p13">
                <a:extLst>
                  <a:ext uri="{FF2B5EF4-FFF2-40B4-BE49-F238E27FC236}">
                    <a16:creationId xmlns:a16="http://schemas.microsoft.com/office/drawing/2014/main" id="{6216F24F-9053-FCA8-E1C2-1A611D700451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oogle Shape;695;p13">
              <a:extLst>
                <a:ext uri="{FF2B5EF4-FFF2-40B4-BE49-F238E27FC236}">
                  <a16:creationId xmlns:a16="http://schemas.microsoft.com/office/drawing/2014/main" id="{CEA7B75B-3DFF-44B9-0964-8EA9F7AB8B18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9" name="Google Shape;696;p13">
                <a:extLst>
                  <a:ext uri="{FF2B5EF4-FFF2-40B4-BE49-F238E27FC236}">
                    <a16:creationId xmlns:a16="http://schemas.microsoft.com/office/drawing/2014/main" id="{FEEF55C8-E726-5E8E-AFD9-0A5EC17F91F4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697;p13">
                <a:extLst>
                  <a:ext uri="{FF2B5EF4-FFF2-40B4-BE49-F238E27FC236}">
                    <a16:creationId xmlns:a16="http://schemas.microsoft.com/office/drawing/2014/main" id="{2B9D25EC-267A-0748-D9DC-EFE6164F8975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oogle Shape;698;p13">
              <a:extLst>
                <a:ext uri="{FF2B5EF4-FFF2-40B4-BE49-F238E27FC236}">
                  <a16:creationId xmlns:a16="http://schemas.microsoft.com/office/drawing/2014/main" id="{5558C737-7E9B-4B94-ECC7-80335BB0094E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7" name="Google Shape;699;p13">
                <a:extLst>
                  <a:ext uri="{FF2B5EF4-FFF2-40B4-BE49-F238E27FC236}">
                    <a16:creationId xmlns:a16="http://schemas.microsoft.com/office/drawing/2014/main" id="{0339FF73-518C-0807-CE26-6722C4496457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700;p13">
                <a:extLst>
                  <a:ext uri="{FF2B5EF4-FFF2-40B4-BE49-F238E27FC236}">
                    <a16:creationId xmlns:a16="http://schemas.microsoft.com/office/drawing/2014/main" id="{6E3D62A4-9FA5-5518-2F2F-0CFE4AABDAD2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Google Shape;703;p13">
              <a:extLst>
                <a:ext uri="{FF2B5EF4-FFF2-40B4-BE49-F238E27FC236}">
                  <a16:creationId xmlns:a16="http://schemas.microsoft.com/office/drawing/2014/main" id="{DE32C230-B3E9-2812-B933-8499D837FCBA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542;p12"/>
          <p:cNvGrpSpPr/>
          <p:nvPr/>
        </p:nvGrpSpPr>
        <p:grpSpPr>
          <a:xfrm>
            <a:off x="844920" y="3560760"/>
            <a:ext cx="2065320" cy="1436760"/>
            <a:chOff x="844920" y="3560760"/>
            <a:chExt cx="2065320" cy="1436760"/>
          </a:xfrm>
        </p:grpSpPr>
        <p:sp>
          <p:nvSpPr>
            <p:cNvPr id="118" name="Google Shape;543;p12"/>
            <p:cNvSpPr/>
            <p:nvPr/>
          </p:nvSpPr>
          <p:spPr>
            <a:xfrm>
              <a:off x="844920" y="374148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9" name="Google Shape;544;p12"/>
            <p:cNvSpPr/>
            <p:nvPr/>
          </p:nvSpPr>
          <p:spPr>
            <a:xfrm>
              <a:off x="844920" y="356076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20" name="Google Shape;545;p12"/>
          <p:cNvGrpSpPr/>
          <p:nvPr/>
        </p:nvGrpSpPr>
        <p:grpSpPr>
          <a:xfrm>
            <a:off x="9582840" y="3560760"/>
            <a:ext cx="2065320" cy="1436760"/>
            <a:chOff x="9582840" y="3560760"/>
            <a:chExt cx="2065320" cy="1436760"/>
          </a:xfrm>
        </p:grpSpPr>
        <p:sp>
          <p:nvSpPr>
            <p:cNvPr id="121" name="Google Shape;546;p12"/>
            <p:cNvSpPr/>
            <p:nvPr/>
          </p:nvSpPr>
          <p:spPr>
            <a:xfrm>
              <a:off x="9582840" y="374148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2" name="Google Shape;547;p12"/>
            <p:cNvSpPr/>
            <p:nvPr/>
          </p:nvSpPr>
          <p:spPr>
            <a:xfrm>
              <a:off x="9582840" y="356076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23" name="Google Shape;548;p12"/>
          <p:cNvGrpSpPr/>
          <p:nvPr/>
        </p:nvGrpSpPr>
        <p:grpSpPr>
          <a:xfrm>
            <a:off x="844920" y="5214240"/>
            <a:ext cx="2065320" cy="1436760"/>
            <a:chOff x="844920" y="5214240"/>
            <a:chExt cx="2065320" cy="1436760"/>
          </a:xfrm>
        </p:grpSpPr>
        <p:sp>
          <p:nvSpPr>
            <p:cNvPr id="124" name="Google Shape;549;p12"/>
            <p:cNvSpPr/>
            <p:nvPr/>
          </p:nvSpPr>
          <p:spPr>
            <a:xfrm>
              <a:off x="844920" y="53949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5" name="Google Shape;550;p12"/>
            <p:cNvSpPr/>
            <p:nvPr/>
          </p:nvSpPr>
          <p:spPr>
            <a:xfrm>
              <a:off x="844920" y="52142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26" name="Google Shape;551;p12"/>
          <p:cNvGrpSpPr/>
          <p:nvPr/>
        </p:nvGrpSpPr>
        <p:grpSpPr>
          <a:xfrm>
            <a:off x="9582840" y="5214240"/>
            <a:ext cx="2065320" cy="1436760"/>
            <a:chOff x="9582840" y="5214240"/>
            <a:chExt cx="2065320" cy="1436760"/>
          </a:xfrm>
        </p:grpSpPr>
        <p:sp>
          <p:nvSpPr>
            <p:cNvPr id="127" name="Google Shape;552;p12"/>
            <p:cNvSpPr/>
            <p:nvPr/>
          </p:nvSpPr>
          <p:spPr>
            <a:xfrm>
              <a:off x="9582840" y="53949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8" name="Google Shape;553;p12"/>
            <p:cNvSpPr/>
            <p:nvPr/>
          </p:nvSpPr>
          <p:spPr>
            <a:xfrm>
              <a:off x="9582840" y="52142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29" name="Google Shape;554;p12"/>
          <p:cNvGrpSpPr/>
          <p:nvPr/>
        </p:nvGrpSpPr>
        <p:grpSpPr>
          <a:xfrm>
            <a:off x="954360" y="3384720"/>
            <a:ext cx="2065320" cy="1436760"/>
            <a:chOff x="954360" y="3384720"/>
            <a:chExt cx="2065320" cy="1436760"/>
          </a:xfrm>
        </p:grpSpPr>
        <p:sp>
          <p:nvSpPr>
            <p:cNvPr id="130" name="Google Shape;555;p12"/>
            <p:cNvSpPr/>
            <p:nvPr/>
          </p:nvSpPr>
          <p:spPr>
            <a:xfrm>
              <a:off x="954360" y="356544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1" name="Google Shape;556;p12"/>
            <p:cNvSpPr/>
            <p:nvPr/>
          </p:nvSpPr>
          <p:spPr>
            <a:xfrm>
              <a:off x="954360" y="338472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32" name="Google Shape;557;p12"/>
          <p:cNvGrpSpPr/>
          <p:nvPr/>
        </p:nvGrpSpPr>
        <p:grpSpPr>
          <a:xfrm>
            <a:off x="9692640" y="3384720"/>
            <a:ext cx="2065320" cy="1436760"/>
            <a:chOff x="9692640" y="3384720"/>
            <a:chExt cx="2065320" cy="1436760"/>
          </a:xfrm>
        </p:grpSpPr>
        <p:sp>
          <p:nvSpPr>
            <p:cNvPr id="133" name="Google Shape;558;p12"/>
            <p:cNvSpPr/>
            <p:nvPr/>
          </p:nvSpPr>
          <p:spPr>
            <a:xfrm>
              <a:off x="9692640" y="356544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4" name="Google Shape;559;p12"/>
            <p:cNvSpPr/>
            <p:nvPr/>
          </p:nvSpPr>
          <p:spPr>
            <a:xfrm>
              <a:off x="9692640" y="338472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35" name="Google Shape;560;p12"/>
          <p:cNvGrpSpPr/>
          <p:nvPr/>
        </p:nvGrpSpPr>
        <p:grpSpPr>
          <a:xfrm>
            <a:off x="954360" y="5038200"/>
            <a:ext cx="2065320" cy="1436760"/>
            <a:chOff x="954360" y="5038200"/>
            <a:chExt cx="2065320" cy="1436760"/>
          </a:xfrm>
        </p:grpSpPr>
        <p:sp>
          <p:nvSpPr>
            <p:cNvPr id="136" name="Google Shape;561;p12"/>
            <p:cNvSpPr/>
            <p:nvPr/>
          </p:nvSpPr>
          <p:spPr>
            <a:xfrm>
              <a:off x="954360" y="52189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37" name="Google Shape;562;p12"/>
            <p:cNvSpPr/>
            <p:nvPr/>
          </p:nvSpPr>
          <p:spPr>
            <a:xfrm>
              <a:off x="954360" y="50382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38" name="Google Shape;563;p12"/>
          <p:cNvGrpSpPr/>
          <p:nvPr/>
        </p:nvGrpSpPr>
        <p:grpSpPr>
          <a:xfrm>
            <a:off x="9692640" y="5038200"/>
            <a:ext cx="2065320" cy="1436760"/>
            <a:chOff x="9692640" y="5038200"/>
            <a:chExt cx="2065320" cy="1436760"/>
          </a:xfrm>
        </p:grpSpPr>
        <p:sp>
          <p:nvSpPr>
            <p:cNvPr id="139" name="Google Shape;564;p12"/>
            <p:cNvSpPr/>
            <p:nvPr/>
          </p:nvSpPr>
          <p:spPr>
            <a:xfrm>
              <a:off x="9692640" y="52189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40" name="Google Shape;565;p12"/>
            <p:cNvSpPr/>
            <p:nvPr/>
          </p:nvSpPr>
          <p:spPr>
            <a:xfrm>
              <a:off x="9692640" y="50382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41" name="Google Shape;566;p12"/>
          <p:cNvGrpSpPr/>
          <p:nvPr/>
        </p:nvGrpSpPr>
        <p:grpSpPr>
          <a:xfrm>
            <a:off x="844920" y="6867720"/>
            <a:ext cx="2065320" cy="1436760"/>
            <a:chOff x="844920" y="6867720"/>
            <a:chExt cx="2065320" cy="1436760"/>
          </a:xfrm>
        </p:grpSpPr>
        <p:sp>
          <p:nvSpPr>
            <p:cNvPr id="142" name="Google Shape;567;p12"/>
            <p:cNvSpPr/>
            <p:nvPr/>
          </p:nvSpPr>
          <p:spPr>
            <a:xfrm>
              <a:off x="844920" y="704844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3" name="Google Shape;568;p12"/>
            <p:cNvSpPr/>
            <p:nvPr/>
          </p:nvSpPr>
          <p:spPr>
            <a:xfrm>
              <a:off x="844920" y="686772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44" name="Google Shape;569;p12"/>
          <p:cNvGrpSpPr/>
          <p:nvPr/>
        </p:nvGrpSpPr>
        <p:grpSpPr>
          <a:xfrm>
            <a:off x="954360" y="6691680"/>
            <a:ext cx="2065320" cy="1436760"/>
            <a:chOff x="954360" y="6691680"/>
            <a:chExt cx="2065320" cy="1436760"/>
          </a:xfrm>
        </p:grpSpPr>
        <p:sp>
          <p:nvSpPr>
            <p:cNvPr id="145" name="Google Shape;570;p12"/>
            <p:cNvSpPr/>
            <p:nvPr/>
          </p:nvSpPr>
          <p:spPr>
            <a:xfrm>
              <a:off x="954360" y="687240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46" name="Google Shape;571;p12"/>
            <p:cNvSpPr/>
            <p:nvPr/>
          </p:nvSpPr>
          <p:spPr>
            <a:xfrm>
              <a:off x="954360" y="669168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47" name="Google Shape;572;p12"/>
          <p:cNvGrpSpPr/>
          <p:nvPr/>
        </p:nvGrpSpPr>
        <p:grpSpPr>
          <a:xfrm>
            <a:off x="12000240" y="8705520"/>
            <a:ext cx="5850720" cy="1309320"/>
            <a:chOff x="12000240" y="8705520"/>
            <a:chExt cx="5850720" cy="1309320"/>
          </a:xfrm>
        </p:grpSpPr>
        <p:grpSp>
          <p:nvGrpSpPr>
            <p:cNvPr id="148" name="Google Shape;573;p12"/>
            <p:cNvGrpSpPr/>
            <p:nvPr/>
          </p:nvGrpSpPr>
          <p:grpSpPr>
            <a:xfrm>
              <a:off x="16221240" y="9624960"/>
              <a:ext cx="1629720" cy="389880"/>
              <a:chOff x="16221240" y="9624960"/>
              <a:chExt cx="1629720" cy="389880"/>
            </a:xfrm>
          </p:grpSpPr>
          <p:sp>
            <p:nvSpPr>
              <p:cNvPr id="149" name="Google Shape;574;p12"/>
              <p:cNvSpPr/>
              <p:nvPr/>
            </p:nvSpPr>
            <p:spPr>
              <a:xfrm rot="10800000">
                <a:off x="16221240" y="96249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Google Shape;575;p12"/>
              <p:cNvSpPr/>
              <p:nvPr/>
            </p:nvSpPr>
            <p:spPr>
              <a:xfrm rot="10800000">
                <a:off x="16221240" y="96249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1" name="Google Shape;576;p12"/>
            <p:cNvGrpSpPr/>
            <p:nvPr/>
          </p:nvGrpSpPr>
          <p:grpSpPr>
            <a:xfrm>
              <a:off x="14292360" y="9624960"/>
              <a:ext cx="1629720" cy="389880"/>
              <a:chOff x="14292360" y="9624960"/>
              <a:chExt cx="1629720" cy="389880"/>
            </a:xfrm>
          </p:grpSpPr>
          <p:sp>
            <p:nvSpPr>
              <p:cNvPr id="152" name="Google Shape;577;p12"/>
              <p:cNvSpPr/>
              <p:nvPr/>
            </p:nvSpPr>
            <p:spPr>
              <a:xfrm rot="10800000">
                <a:off x="14292360" y="96249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Google Shape;578;p12"/>
              <p:cNvSpPr/>
              <p:nvPr/>
            </p:nvSpPr>
            <p:spPr>
              <a:xfrm rot="10800000">
                <a:off x="14292360" y="96249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4" name="Google Shape;579;p12"/>
            <p:cNvGrpSpPr/>
            <p:nvPr/>
          </p:nvGrpSpPr>
          <p:grpSpPr>
            <a:xfrm>
              <a:off x="15212160" y="9012960"/>
              <a:ext cx="1629720" cy="389880"/>
              <a:chOff x="15212160" y="9012960"/>
              <a:chExt cx="1629720" cy="389880"/>
            </a:xfrm>
          </p:grpSpPr>
          <p:sp>
            <p:nvSpPr>
              <p:cNvPr id="155" name="Google Shape;580;p12"/>
              <p:cNvSpPr/>
              <p:nvPr/>
            </p:nvSpPr>
            <p:spPr>
              <a:xfrm rot="10800000">
                <a:off x="15212160" y="90129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Google Shape;581;p12"/>
              <p:cNvSpPr/>
              <p:nvPr/>
            </p:nvSpPr>
            <p:spPr>
              <a:xfrm rot="10800000">
                <a:off x="15212160" y="90129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7" name="Google Shape;582;p12"/>
            <p:cNvGrpSpPr/>
            <p:nvPr/>
          </p:nvGrpSpPr>
          <p:grpSpPr>
            <a:xfrm>
              <a:off x="13477320" y="9021240"/>
              <a:ext cx="1629720" cy="390240"/>
              <a:chOff x="13477320" y="9021240"/>
              <a:chExt cx="1629720" cy="390240"/>
            </a:xfrm>
          </p:grpSpPr>
          <p:sp>
            <p:nvSpPr>
              <p:cNvPr id="158" name="Google Shape;583;p12"/>
              <p:cNvSpPr/>
              <p:nvPr/>
            </p:nvSpPr>
            <p:spPr>
              <a:xfrm rot="10800000">
                <a:off x="13477320" y="902124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Google Shape;584;p12"/>
              <p:cNvSpPr/>
              <p:nvPr/>
            </p:nvSpPr>
            <p:spPr>
              <a:xfrm rot="10800000">
                <a:off x="13477320" y="902160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0" name="Google Shape;585;p12"/>
            <p:cNvGrpSpPr/>
            <p:nvPr/>
          </p:nvGrpSpPr>
          <p:grpSpPr>
            <a:xfrm>
              <a:off x="12971880" y="9624960"/>
              <a:ext cx="892800" cy="389880"/>
              <a:chOff x="12971880" y="9624960"/>
              <a:chExt cx="892800" cy="389880"/>
            </a:xfrm>
          </p:grpSpPr>
          <p:sp>
            <p:nvSpPr>
              <p:cNvPr id="161" name="Google Shape;586;p12"/>
              <p:cNvSpPr/>
              <p:nvPr/>
            </p:nvSpPr>
            <p:spPr>
              <a:xfrm rot="10800000">
                <a:off x="12971880" y="96249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Google Shape;587;p12"/>
              <p:cNvSpPr/>
              <p:nvPr/>
            </p:nvSpPr>
            <p:spPr>
              <a:xfrm rot="10800000">
                <a:off x="12971880" y="96249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3" name="Google Shape;588;p12"/>
            <p:cNvGrpSpPr/>
            <p:nvPr/>
          </p:nvGrpSpPr>
          <p:grpSpPr>
            <a:xfrm>
              <a:off x="12000240" y="9021240"/>
              <a:ext cx="892800" cy="390240"/>
              <a:chOff x="12000240" y="9021240"/>
              <a:chExt cx="892800" cy="390240"/>
            </a:xfrm>
          </p:grpSpPr>
          <p:sp>
            <p:nvSpPr>
              <p:cNvPr id="164" name="Google Shape;589;p12"/>
              <p:cNvSpPr/>
              <p:nvPr/>
            </p:nvSpPr>
            <p:spPr>
              <a:xfrm rot="10800000">
                <a:off x="12000240" y="902124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Google Shape;590;p12"/>
              <p:cNvSpPr/>
              <p:nvPr/>
            </p:nvSpPr>
            <p:spPr>
              <a:xfrm rot="10800000">
                <a:off x="12000240" y="902160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6" name="Google Shape;591;p12"/>
            <p:cNvGrpSpPr/>
            <p:nvPr/>
          </p:nvGrpSpPr>
          <p:grpSpPr>
            <a:xfrm>
              <a:off x="16949520" y="9021240"/>
              <a:ext cx="901440" cy="372960"/>
              <a:chOff x="16949520" y="9021240"/>
              <a:chExt cx="901440" cy="372960"/>
            </a:xfrm>
          </p:grpSpPr>
          <p:sp>
            <p:nvSpPr>
              <p:cNvPr id="167" name="Google Shape;592;p12"/>
              <p:cNvSpPr/>
              <p:nvPr/>
            </p:nvSpPr>
            <p:spPr>
              <a:xfrm rot="10800000">
                <a:off x="16949520" y="902160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Google Shape;593;p12"/>
              <p:cNvSpPr/>
              <p:nvPr/>
            </p:nvSpPr>
            <p:spPr>
              <a:xfrm rot="10800000">
                <a:off x="16949520" y="902124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9" name="Google Shape;594;p12"/>
            <p:cNvGrpSpPr/>
            <p:nvPr/>
          </p:nvGrpSpPr>
          <p:grpSpPr>
            <a:xfrm>
              <a:off x="14568120" y="9320400"/>
              <a:ext cx="3282840" cy="389880"/>
              <a:chOff x="14568120" y="9320400"/>
              <a:chExt cx="3282840" cy="389880"/>
            </a:xfrm>
          </p:grpSpPr>
          <p:sp>
            <p:nvSpPr>
              <p:cNvPr id="170" name="Google Shape;595;p12"/>
              <p:cNvSpPr/>
              <p:nvPr/>
            </p:nvSpPr>
            <p:spPr>
              <a:xfrm rot="10800000">
                <a:off x="14568120" y="93204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Google Shape;596;p12"/>
              <p:cNvSpPr/>
              <p:nvPr/>
            </p:nvSpPr>
            <p:spPr>
              <a:xfrm rot="10800000">
                <a:off x="14568120" y="93204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2" name="Google Shape;597;p12"/>
            <p:cNvGrpSpPr/>
            <p:nvPr/>
          </p:nvGrpSpPr>
          <p:grpSpPr>
            <a:xfrm>
              <a:off x="14568120" y="8705520"/>
              <a:ext cx="3282840" cy="389880"/>
              <a:chOff x="14568120" y="8705520"/>
              <a:chExt cx="3282840" cy="389880"/>
            </a:xfrm>
          </p:grpSpPr>
          <p:sp>
            <p:nvSpPr>
              <p:cNvPr id="173" name="Google Shape;598;p12"/>
              <p:cNvSpPr/>
              <p:nvPr/>
            </p:nvSpPr>
            <p:spPr>
              <a:xfrm rot="10800000">
                <a:off x="14568120" y="87055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Google Shape;599;p12"/>
              <p:cNvSpPr/>
              <p:nvPr/>
            </p:nvSpPr>
            <p:spPr>
              <a:xfrm rot="10800000">
                <a:off x="14568120" y="87055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75" name="Google Shape;600;p12"/>
          <p:cNvSpPr/>
          <p:nvPr/>
        </p:nvSpPr>
        <p:spPr>
          <a:xfrm>
            <a:off x="3508560" y="3917160"/>
            <a:ext cx="4662720" cy="47878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9000"/>
              </a:lnSpc>
              <a:buNone/>
              <a:tabLst>
                <a:tab pos="0" algn="l"/>
              </a:tabLst>
            </a:pPr>
            <a:r>
              <a:rPr lang="en-US" sz="2800" b="1" dirty="0">
                <a:latin typeface="Anton" pitchFamily="2" charset="0"/>
                <a:sym typeface="+mn-ea"/>
              </a:rPr>
              <a:t>What is ERP?</a:t>
            </a:r>
            <a:endParaRPr lang="en-US" sz="2800" b="1" strike="noStrike" spc="-1" dirty="0">
              <a:latin typeface="Anton" pitchFamily="2" charset="0"/>
              <a:sym typeface="+mn-ea"/>
            </a:endParaRPr>
          </a:p>
        </p:txBody>
      </p:sp>
      <p:sp>
        <p:nvSpPr>
          <p:cNvPr id="176" name="Google Shape;601;p12"/>
          <p:cNvSpPr/>
          <p:nvPr/>
        </p:nvSpPr>
        <p:spPr>
          <a:xfrm>
            <a:off x="12207240" y="3817800"/>
            <a:ext cx="4662720" cy="41036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9000"/>
              </a:lnSpc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How does </a:t>
            </a:r>
            <a:r>
              <a:rPr lang="en-US" sz="2400" b="0" strike="noStrike" spc="-1" dirty="0" err="1">
                <a:solidFill>
                  <a:srgbClr val="393A3F"/>
                </a:solidFill>
                <a:latin typeface="Anton"/>
                <a:ea typeface="Anton"/>
              </a:rPr>
              <a:t>odoo</a:t>
            </a:r>
            <a:r>
              <a:rPr lang="en-US" sz="24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 work at HL?</a:t>
            </a:r>
          </a:p>
        </p:txBody>
      </p:sp>
      <p:sp>
        <p:nvSpPr>
          <p:cNvPr id="177" name="Google Shape;602;p12"/>
          <p:cNvSpPr/>
          <p:nvPr/>
        </p:nvSpPr>
        <p:spPr>
          <a:xfrm>
            <a:off x="3508560" y="5570640"/>
            <a:ext cx="4662720" cy="47878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9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What is ERP Project?</a:t>
            </a:r>
          </a:p>
        </p:txBody>
      </p:sp>
      <p:sp>
        <p:nvSpPr>
          <p:cNvPr id="178" name="Google Shape;603;p12"/>
          <p:cNvSpPr/>
          <p:nvPr/>
        </p:nvSpPr>
        <p:spPr>
          <a:xfrm>
            <a:off x="12253680" y="5486400"/>
            <a:ext cx="5119920" cy="34195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9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What is Odoo good at and its limitation?</a:t>
            </a:r>
          </a:p>
        </p:txBody>
      </p:sp>
      <p:sp>
        <p:nvSpPr>
          <p:cNvPr id="179" name="Google Shape;604;p12"/>
          <p:cNvSpPr/>
          <p:nvPr/>
        </p:nvSpPr>
        <p:spPr>
          <a:xfrm>
            <a:off x="890280" y="907920"/>
            <a:ext cx="12446640" cy="9878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0" strike="noStrike" spc="-1">
                <a:solidFill>
                  <a:srgbClr val="393A3F"/>
                </a:solidFill>
                <a:latin typeface="Anton"/>
                <a:ea typeface="Anton"/>
              </a:rPr>
              <a:t>TABLE OF CONTENTS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80" name="Google Shape;605;p12"/>
          <p:cNvSpPr/>
          <p:nvPr/>
        </p:nvSpPr>
        <p:spPr>
          <a:xfrm>
            <a:off x="1533960" y="3617640"/>
            <a:ext cx="1485360" cy="102720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600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03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181" name="Google Shape;606;p12"/>
          <p:cNvSpPr/>
          <p:nvPr/>
        </p:nvSpPr>
        <p:spPr>
          <a:xfrm>
            <a:off x="10272240" y="3617640"/>
            <a:ext cx="148536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</a:t>
            </a:r>
            <a:r>
              <a:rPr lang="en-US" sz="5400" spc="-1" dirty="0">
                <a:solidFill>
                  <a:srgbClr val="FFFFFF"/>
                </a:solidFill>
                <a:latin typeface="Anton"/>
                <a:ea typeface="Anton"/>
              </a:rPr>
              <a:t>8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182" name="Google Shape;607;p12"/>
          <p:cNvSpPr/>
          <p:nvPr/>
        </p:nvSpPr>
        <p:spPr>
          <a:xfrm>
            <a:off x="1533960" y="5240160"/>
            <a:ext cx="148536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04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183" name="Google Shape;608;p12"/>
          <p:cNvSpPr/>
          <p:nvPr/>
        </p:nvSpPr>
        <p:spPr>
          <a:xfrm>
            <a:off x="10272240" y="5240160"/>
            <a:ext cx="148536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08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184" name="Google Shape;609;p12"/>
          <p:cNvSpPr/>
          <p:nvPr/>
        </p:nvSpPr>
        <p:spPr>
          <a:xfrm>
            <a:off x="3508560" y="7224480"/>
            <a:ext cx="4662720" cy="47878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9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What is Odoo?</a:t>
            </a:r>
          </a:p>
        </p:txBody>
      </p:sp>
      <p:sp>
        <p:nvSpPr>
          <p:cNvPr id="185" name="Google Shape;610;p12"/>
          <p:cNvSpPr/>
          <p:nvPr/>
        </p:nvSpPr>
        <p:spPr>
          <a:xfrm>
            <a:off x="1533960" y="6924960"/>
            <a:ext cx="148536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05</a:t>
            </a:r>
            <a:endParaRPr lang="en-US" sz="5400" b="0" strike="noStrike" spc="-1" dirty="0">
              <a:latin typeface="Arial"/>
            </a:endParaRPr>
          </a:p>
        </p:txBody>
      </p:sp>
      <p:grpSp>
        <p:nvGrpSpPr>
          <p:cNvPr id="16" name="Google Shape;551;p12">
            <a:extLst>
              <a:ext uri="{FF2B5EF4-FFF2-40B4-BE49-F238E27FC236}">
                <a16:creationId xmlns:a16="http://schemas.microsoft.com/office/drawing/2014/main" id="{76C5E94E-538E-36AA-C6A4-632707148C7B}"/>
              </a:ext>
            </a:extLst>
          </p:cNvPr>
          <p:cNvGrpSpPr/>
          <p:nvPr/>
        </p:nvGrpSpPr>
        <p:grpSpPr>
          <a:xfrm>
            <a:off x="9692640" y="6700500"/>
            <a:ext cx="2065320" cy="1436760"/>
            <a:chOff x="9582840" y="5214240"/>
            <a:chExt cx="2065320" cy="1436760"/>
          </a:xfrm>
        </p:grpSpPr>
        <p:sp>
          <p:nvSpPr>
            <p:cNvPr id="17" name="Google Shape;552;p12">
              <a:extLst>
                <a:ext uri="{FF2B5EF4-FFF2-40B4-BE49-F238E27FC236}">
                  <a16:creationId xmlns:a16="http://schemas.microsoft.com/office/drawing/2014/main" id="{AB71C8A2-003C-F7CA-9132-49E219E7A16D}"/>
                </a:ext>
              </a:extLst>
            </p:cNvPr>
            <p:cNvSpPr/>
            <p:nvPr/>
          </p:nvSpPr>
          <p:spPr>
            <a:xfrm>
              <a:off x="9582840" y="53949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Google Shape;553;p12">
              <a:extLst>
                <a:ext uri="{FF2B5EF4-FFF2-40B4-BE49-F238E27FC236}">
                  <a16:creationId xmlns:a16="http://schemas.microsoft.com/office/drawing/2014/main" id="{31A6F160-860A-F621-494C-59357031F900}"/>
                </a:ext>
              </a:extLst>
            </p:cNvPr>
            <p:cNvSpPr/>
            <p:nvPr/>
          </p:nvSpPr>
          <p:spPr>
            <a:xfrm>
              <a:off x="9582840" y="52142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oogle Shape;563;p12">
            <a:extLst>
              <a:ext uri="{FF2B5EF4-FFF2-40B4-BE49-F238E27FC236}">
                <a16:creationId xmlns:a16="http://schemas.microsoft.com/office/drawing/2014/main" id="{D98601A1-0A3C-768D-F7B7-002AB74CEF8A}"/>
              </a:ext>
            </a:extLst>
          </p:cNvPr>
          <p:cNvGrpSpPr/>
          <p:nvPr/>
        </p:nvGrpSpPr>
        <p:grpSpPr>
          <a:xfrm>
            <a:off x="9894419" y="6528240"/>
            <a:ext cx="2065320" cy="1436760"/>
            <a:chOff x="9692640" y="5038200"/>
            <a:chExt cx="2065320" cy="1436760"/>
          </a:xfrm>
        </p:grpSpPr>
        <p:sp>
          <p:nvSpPr>
            <p:cNvPr id="20" name="Google Shape;564;p12">
              <a:extLst>
                <a:ext uri="{FF2B5EF4-FFF2-40B4-BE49-F238E27FC236}">
                  <a16:creationId xmlns:a16="http://schemas.microsoft.com/office/drawing/2014/main" id="{99B6224D-276C-1159-CA6A-58AE40928A5B}"/>
                </a:ext>
              </a:extLst>
            </p:cNvPr>
            <p:cNvSpPr/>
            <p:nvPr/>
          </p:nvSpPr>
          <p:spPr>
            <a:xfrm>
              <a:off x="9692640" y="52189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r>
                <a:rPr lang="en-US" dirty="0"/>
                <a:t> </a:t>
              </a:r>
            </a:p>
            <a:p>
              <a:r>
                <a:rPr lang="en-US" dirty="0"/>
                <a:t>     </a:t>
              </a:r>
              <a:r>
                <a:rPr lang="en-US" sz="5400" dirty="0">
                  <a:solidFill>
                    <a:schemeClr val="bg1">
                      <a:lumMod val="95000"/>
                    </a:schemeClr>
                  </a:solidFill>
                  <a:latin typeface="Anton" pitchFamily="2" charset="0"/>
                </a:rPr>
                <a:t>011</a:t>
              </a:r>
            </a:p>
          </p:txBody>
        </p:sp>
        <p:sp>
          <p:nvSpPr>
            <p:cNvPr id="21" name="Google Shape;565;p12">
              <a:extLst>
                <a:ext uri="{FF2B5EF4-FFF2-40B4-BE49-F238E27FC236}">
                  <a16:creationId xmlns:a16="http://schemas.microsoft.com/office/drawing/2014/main" id="{615F17CB-DCB2-7A9F-971E-B121BA61CF6F}"/>
                </a:ext>
              </a:extLst>
            </p:cNvPr>
            <p:cNvSpPr/>
            <p:nvPr/>
          </p:nvSpPr>
          <p:spPr>
            <a:xfrm>
              <a:off x="9692640" y="50382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8" name="Google Shape;603;p12">
            <a:extLst>
              <a:ext uri="{FF2B5EF4-FFF2-40B4-BE49-F238E27FC236}">
                <a16:creationId xmlns:a16="http://schemas.microsoft.com/office/drawing/2014/main" id="{AD6C96F5-95C0-6207-B2EF-0EA7E97DC6B4}"/>
              </a:ext>
            </a:extLst>
          </p:cNvPr>
          <p:cNvSpPr/>
          <p:nvPr/>
        </p:nvSpPr>
        <p:spPr>
          <a:xfrm>
            <a:off x="12323160" y="7147847"/>
            <a:ext cx="5119920" cy="34195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9000"/>
              </a:lnSpc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393A3F"/>
                </a:solidFill>
                <a:latin typeface="Anton"/>
                <a:ea typeface="Anton"/>
              </a:rPr>
              <a:t>Why Use </a:t>
            </a:r>
            <a:r>
              <a:rPr lang="en-US" sz="2000" spc="-1" dirty="0" err="1">
                <a:solidFill>
                  <a:srgbClr val="393A3F"/>
                </a:solidFill>
                <a:latin typeface="Anton"/>
                <a:ea typeface="Anton"/>
              </a:rPr>
              <a:t>odoo</a:t>
            </a:r>
            <a:r>
              <a:rPr lang="en-US" sz="2000" spc="-1" dirty="0">
                <a:solidFill>
                  <a:srgbClr val="393A3F"/>
                </a:solidFill>
                <a:latin typeface="Anton"/>
                <a:ea typeface="Anton"/>
              </a:rPr>
              <a:t>?</a:t>
            </a:r>
            <a:endParaRPr lang="en-US" sz="2000" b="0" strike="noStrike" spc="-1" dirty="0">
              <a:solidFill>
                <a:srgbClr val="393A3F"/>
              </a:solidFill>
              <a:latin typeface="Anton"/>
              <a:ea typeface="Anton"/>
            </a:endParaRPr>
          </a:p>
        </p:txBody>
      </p:sp>
      <p:grpSp>
        <p:nvGrpSpPr>
          <p:cNvPr id="29" name="Google Shape;551;p12">
            <a:extLst>
              <a:ext uri="{FF2B5EF4-FFF2-40B4-BE49-F238E27FC236}">
                <a16:creationId xmlns:a16="http://schemas.microsoft.com/office/drawing/2014/main" id="{2147EA30-826D-5B7D-8584-84BFDD4EE12E}"/>
              </a:ext>
            </a:extLst>
          </p:cNvPr>
          <p:cNvGrpSpPr/>
          <p:nvPr/>
        </p:nvGrpSpPr>
        <p:grpSpPr>
          <a:xfrm>
            <a:off x="752221" y="8578081"/>
            <a:ext cx="2065320" cy="1436760"/>
            <a:chOff x="9582840" y="5214240"/>
            <a:chExt cx="2065320" cy="1436760"/>
          </a:xfrm>
        </p:grpSpPr>
        <p:sp>
          <p:nvSpPr>
            <p:cNvPr id="30" name="Google Shape;552;p12">
              <a:extLst>
                <a:ext uri="{FF2B5EF4-FFF2-40B4-BE49-F238E27FC236}">
                  <a16:creationId xmlns:a16="http://schemas.microsoft.com/office/drawing/2014/main" id="{6D0D016F-EEC4-EAB9-688C-0A613620A60B}"/>
                </a:ext>
              </a:extLst>
            </p:cNvPr>
            <p:cNvSpPr/>
            <p:nvPr/>
          </p:nvSpPr>
          <p:spPr>
            <a:xfrm>
              <a:off x="9582840" y="53949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Google Shape;553;p12">
              <a:extLst>
                <a:ext uri="{FF2B5EF4-FFF2-40B4-BE49-F238E27FC236}">
                  <a16:creationId xmlns:a16="http://schemas.microsoft.com/office/drawing/2014/main" id="{8217BEDF-4D8F-9B17-5F3C-CAFEB6CB7F57}"/>
                </a:ext>
              </a:extLst>
            </p:cNvPr>
            <p:cNvSpPr/>
            <p:nvPr/>
          </p:nvSpPr>
          <p:spPr>
            <a:xfrm>
              <a:off x="9582840" y="52142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oogle Shape;563;p12">
            <a:extLst>
              <a:ext uri="{FF2B5EF4-FFF2-40B4-BE49-F238E27FC236}">
                <a16:creationId xmlns:a16="http://schemas.microsoft.com/office/drawing/2014/main" id="{7D4211B2-26C2-AB68-4C84-1BEF72B77FD4}"/>
              </a:ext>
            </a:extLst>
          </p:cNvPr>
          <p:cNvGrpSpPr/>
          <p:nvPr/>
        </p:nvGrpSpPr>
        <p:grpSpPr>
          <a:xfrm>
            <a:off x="954000" y="8405821"/>
            <a:ext cx="2065320" cy="1436760"/>
            <a:chOff x="9692640" y="5038200"/>
            <a:chExt cx="2065320" cy="1436760"/>
          </a:xfrm>
        </p:grpSpPr>
        <p:sp>
          <p:nvSpPr>
            <p:cNvPr id="33" name="Google Shape;564;p12">
              <a:extLst>
                <a:ext uri="{FF2B5EF4-FFF2-40B4-BE49-F238E27FC236}">
                  <a16:creationId xmlns:a16="http://schemas.microsoft.com/office/drawing/2014/main" id="{4C69426B-9FF9-3E5C-1F4D-5A5202296CC2}"/>
                </a:ext>
              </a:extLst>
            </p:cNvPr>
            <p:cNvSpPr/>
            <p:nvPr/>
          </p:nvSpPr>
          <p:spPr>
            <a:xfrm>
              <a:off x="9692640" y="52189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r>
                <a:rPr lang="en-US" dirty="0"/>
                <a:t> </a:t>
              </a:r>
            </a:p>
            <a:p>
              <a:r>
                <a:rPr lang="en-US" dirty="0"/>
                <a:t>     </a:t>
              </a:r>
              <a:r>
                <a:rPr lang="en-US" sz="5400" dirty="0">
                  <a:solidFill>
                    <a:schemeClr val="bg1">
                      <a:lumMod val="95000"/>
                    </a:schemeClr>
                  </a:solidFill>
                  <a:latin typeface="Anton" pitchFamily="2" charset="0"/>
                </a:rPr>
                <a:t>018</a:t>
              </a:r>
            </a:p>
          </p:txBody>
        </p:sp>
        <p:sp>
          <p:nvSpPr>
            <p:cNvPr id="34" name="Google Shape;565;p12">
              <a:extLst>
                <a:ext uri="{FF2B5EF4-FFF2-40B4-BE49-F238E27FC236}">
                  <a16:creationId xmlns:a16="http://schemas.microsoft.com/office/drawing/2014/main" id="{272358A8-DC2F-70BF-4798-990608B39677}"/>
                </a:ext>
              </a:extLst>
            </p:cNvPr>
            <p:cNvSpPr/>
            <p:nvPr/>
          </p:nvSpPr>
          <p:spPr>
            <a:xfrm>
              <a:off x="9692640" y="50382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5" name="Google Shape;609;p12">
            <a:extLst>
              <a:ext uri="{FF2B5EF4-FFF2-40B4-BE49-F238E27FC236}">
                <a16:creationId xmlns:a16="http://schemas.microsoft.com/office/drawing/2014/main" id="{A693956C-E653-0D5A-9B8B-5C2882B9D09B}"/>
              </a:ext>
            </a:extLst>
          </p:cNvPr>
          <p:cNvSpPr/>
          <p:nvPr/>
        </p:nvSpPr>
        <p:spPr>
          <a:xfrm>
            <a:off x="3508560" y="8991008"/>
            <a:ext cx="4662720" cy="47878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9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Odoo</a:t>
            </a:r>
            <a:r>
              <a:rPr lang="en-US" sz="2800" spc="-1" dirty="0">
                <a:solidFill>
                  <a:srgbClr val="393A3F"/>
                </a:solidFill>
                <a:latin typeface="Anton"/>
                <a:ea typeface="Anton"/>
              </a:rPr>
              <a:t> Philosophy</a:t>
            </a:r>
            <a:endParaRPr lang="en-US" sz="2800" b="0" strike="noStrike" spc="-1" dirty="0">
              <a:solidFill>
                <a:srgbClr val="393A3F"/>
              </a:solidFill>
              <a:latin typeface="Anton"/>
              <a:ea typeface="Anton"/>
            </a:endParaRPr>
          </a:p>
        </p:txBody>
      </p:sp>
      <p:grpSp>
        <p:nvGrpSpPr>
          <p:cNvPr id="36" name="Google Shape;551;p12">
            <a:extLst>
              <a:ext uri="{FF2B5EF4-FFF2-40B4-BE49-F238E27FC236}">
                <a16:creationId xmlns:a16="http://schemas.microsoft.com/office/drawing/2014/main" id="{3E8BABFF-1C5A-4E3C-3844-7DDFE00A1670}"/>
              </a:ext>
            </a:extLst>
          </p:cNvPr>
          <p:cNvGrpSpPr/>
          <p:nvPr/>
        </p:nvGrpSpPr>
        <p:grpSpPr>
          <a:xfrm>
            <a:off x="9582840" y="8397361"/>
            <a:ext cx="2065320" cy="1436760"/>
            <a:chOff x="9582840" y="5214240"/>
            <a:chExt cx="2065320" cy="1436760"/>
          </a:xfrm>
        </p:grpSpPr>
        <p:sp>
          <p:nvSpPr>
            <p:cNvPr id="37" name="Google Shape;552;p12">
              <a:extLst>
                <a:ext uri="{FF2B5EF4-FFF2-40B4-BE49-F238E27FC236}">
                  <a16:creationId xmlns:a16="http://schemas.microsoft.com/office/drawing/2014/main" id="{6D3C7838-B503-13EF-0AA4-89142CA29944}"/>
                </a:ext>
              </a:extLst>
            </p:cNvPr>
            <p:cNvSpPr/>
            <p:nvPr/>
          </p:nvSpPr>
          <p:spPr>
            <a:xfrm>
              <a:off x="9582840" y="53949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Google Shape;553;p12">
              <a:extLst>
                <a:ext uri="{FF2B5EF4-FFF2-40B4-BE49-F238E27FC236}">
                  <a16:creationId xmlns:a16="http://schemas.microsoft.com/office/drawing/2014/main" id="{E2D4BB8C-16D0-1FCC-AACB-50F1D2F9182F}"/>
                </a:ext>
              </a:extLst>
            </p:cNvPr>
            <p:cNvSpPr/>
            <p:nvPr/>
          </p:nvSpPr>
          <p:spPr>
            <a:xfrm>
              <a:off x="9582840" y="52142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oogle Shape;563;p12">
            <a:extLst>
              <a:ext uri="{FF2B5EF4-FFF2-40B4-BE49-F238E27FC236}">
                <a16:creationId xmlns:a16="http://schemas.microsoft.com/office/drawing/2014/main" id="{622D2F20-04BF-CF41-AB1C-2CBDFE5D9156}"/>
              </a:ext>
            </a:extLst>
          </p:cNvPr>
          <p:cNvGrpSpPr/>
          <p:nvPr/>
        </p:nvGrpSpPr>
        <p:grpSpPr>
          <a:xfrm>
            <a:off x="9784619" y="8225101"/>
            <a:ext cx="2065320" cy="1436760"/>
            <a:chOff x="9692640" y="5038200"/>
            <a:chExt cx="2065320" cy="1436760"/>
          </a:xfrm>
        </p:grpSpPr>
        <p:sp>
          <p:nvSpPr>
            <p:cNvPr id="40" name="Google Shape;564;p12">
              <a:extLst>
                <a:ext uri="{FF2B5EF4-FFF2-40B4-BE49-F238E27FC236}">
                  <a16:creationId xmlns:a16="http://schemas.microsoft.com/office/drawing/2014/main" id="{DCEE1160-8A1C-9331-A4F8-22D64754C5D8}"/>
                </a:ext>
              </a:extLst>
            </p:cNvPr>
            <p:cNvSpPr/>
            <p:nvPr/>
          </p:nvSpPr>
          <p:spPr>
            <a:xfrm>
              <a:off x="9692640" y="52189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r>
                <a:rPr lang="en-US" dirty="0"/>
                <a:t> </a:t>
              </a:r>
            </a:p>
            <a:p>
              <a:r>
                <a:rPr lang="en-US" dirty="0"/>
                <a:t>     </a:t>
              </a:r>
              <a:r>
                <a:rPr lang="en-US" sz="5400" dirty="0">
                  <a:solidFill>
                    <a:schemeClr val="bg1">
                      <a:lumMod val="95000"/>
                    </a:schemeClr>
                  </a:solidFill>
                  <a:latin typeface="Anton" pitchFamily="2" charset="0"/>
                </a:rPr>
                <a:t>018</a:t>
              </a:r>
            </a:p>
          </p:txBody>
        </p:sp>
        <p:sp>
          <p:nvSpPr>
            <p:cNvPr id="41" name="Google Shape;565;p12">
              <a:extLst>
                <a:ext uri="{FF2B5EF4-FFF2-40B4-BE49-F238E27FC236}">
                  <a16:creationId xmlns:a16="http://schemas.microsoft.com/office/drawing/2014/main" id="{180A8FBE-A159-A7E1-A79E-9FA7EBF2C8EF}"/>
                </a:ext>
              </a:extLst>
            </p:cNvPr>
            <p:cNvSpPr/>
            <p:nvPr/>
          </p:nvSpPr>
          <p:spPr>
            <a:xfrm>
              <a:off x="9692640" y="50382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2" name="Google Shape;603;p12">
            <a:extLst>
              <a:ext uri="{FF2B5EF4-FFF2-40B4-BE49-F238E27FC236}">
                <a16:creationId xmlns:a16="http://schemas.microsoft.com/office/drawing/2014/main" id="{DF9AF2F5-A3AC-0BB6-CA6F-F3F563CFDB54}"/>
              </a:ext>
            </a:extLst>
          </p:cNvPr>
          <p:cNvSpPr/>
          <p:nvPr/>
        </p:nvSpPr>
        <p:spPr>
          <a:xfrm>
            <a:off x="12251455" y="8962091"/>
            <a:ext cx="5119920" cy="34195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19000"/>
              </a:lnSpc>
              <a:buNone/>
              <a:tabLst>
                <a:tab pos="0" algn="l"/>
              </a:tabLst>
            </a:pPr>
            <a:r>
              <a:rPr lang="en-US" sz="2000" spc="-1" dirty="0">
                <a:solidFill>
                  <a:srgbClr val="393A3F"/>
                </a:solidFill>
                <a:latin typeface="Anton"/>
                <a:ea typeface="Anton"/>
              </a:rPr>
              <a:t>Who uses </a:t>
            </a:r>
            <a:r>
              <a:rPr lang="en-US" sz="2000" spc="-1" dirty="0" err="1">
                <a:solidFill>
                  <a:srgbClr val="393A3F"/>
                </a:solidFill>
                <a:latin typeface="Anton"/>
                <a:ea typeface="Anton"/>
              </a:rPr>
              <a:t>odoo</a:t>
            </a:r>
            <a:r>
              <a:rPr lang="en-US" sz="2000" spc="-1" dirty="0">
                <a:solidFill>
                  <a:srgbClr val="393A3F"/>
                </a:solidFill>
                <a:latin typeface="Anton"/>
                <a:ea typeface="Anton"/>
              </a:rPr>
              <a:t>?</a:t>
            </a:r>
            <a:endParaRPr lang="en-US" sz="2000" b="0" strike="noStrike" spc="-1" dirty="0">
              <a:solidFill>
                <a:srgbClr val="393A3F"/>
              </a:solidFill>
              <a:latin typeface="Anton"/>
              <a:ea typeface="Anton"/>
            </a:endParaRPr>
          </a:p>
        </p:txBody>
      </p:sp>
      <p:grpSp>
        <p:nvGrpSpPr>
          <p:cNvPr id="43" name="Google Shape;691;p13">
            <a:extLst>
              <a:ext uri="{FF2B5EF4-FFF2-40B4-BE49-F238E27FC236}">
                <a16:creationId xmlns:a16="http://schemas.microsoft.com/office/drawing/2014/main" id="{E21C136C-3752-9907-C278-F546ACC7FE2D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44" name="Google Shape;692;p13">
              <a:extLst>
                <a:ext uri="{FF2B5EF4-FFF2-40B4-BE49-F238E27FC236}">
                  <a16:creationId xmlns:a16="http://schemas.microsoft.com/office/drawing/2014/main" id="{575C80F6-0CA4-9965-6D8F-64A32A8690C6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52" name="Google Shape;693;p13">
                <a:extLst>
                  <a:ext uri="{FF2B5EF4-FFF2-40B4-BE49-F238E27FC236}">
                    <a16:creationId xmlns:a16="http://schemas.microsoft.com/office/drawing/2014/main" id="{E9F8C54C-8092-8799-FC35-79FA12038625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Google Shape;694;p13">
                <a:extLst>
                  <a:ext uri="{FF2B5EF4-FFF2-40B4-BE49-F238E27FC236}">
                    <a16:creationId xmlns:a16="http://schemas.microsoft.com/office/drawing/2014/main" id="{61C35F5B-258E-2F66-416A-F78480320923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" name="Google Shape;695;p13">
              <a:extLst>
                <a:ext uri="{FF2B5EF4-FFF2-40B4-BE49-F238E27FC236}">
                  <a16:creationId xmlns:a16="http://schemas.microsoft.com/office/drawing/2014/main" id="{BEC0A096-F45F-2DB8-09E9-45AB6BE6972C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50" name="Google Shape;696;p13">
                <a:extLst>
                  <a:ext uri="{FF2B5EF4-FFF2-40B4-BE49-F238E27FC236}">
                    <a16:creationId xmlns:a16="http://schemas.microsoft.com/office/drawing/2014/main" id="{BDD3B122-94BA-BECE-25F8-BE7202635D62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Google Shape;697;p13">
                <a:extLst>
                  <a:ext uri="{FF2B5EF4-FFF2-40B4-BE49-F238E27FC236}">
                    <a16:creationId xmlns:a16="http://schemas.microsoft.com/office/drawing/2014/main" id="{8FFE7501-8297-5117-ECC4-D5D4F27660DE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" name="Google Shape;698;p13">
              <a:extLst>
                <a:ext uri="{FF2B5EF4-FFF2-40B4-BE49-F238E27FC236}">
                  <a16:creationId xmlns:a16="http://schemas.microsoft.com/office/drawing/2014/main" id="{F1964826-016A-350A-BC00-E104C09A1289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48" name="Google Shape;699;p13">
                <a:extLst>
                  <a:ext uri="{FF2B5EF4-FFF2-40B4-BE49-F238E27FC236}">
                    <a16:creationId xmlns:a16="http://schemas.microsoft.com/office/drawing/2014/main" id="{9271E926-DC22-3344-6284-1DCCE87776E0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Google Shape;700;p13">
                <a:extLst>
                  <a:ext uri="{FF2B5EF4-FFF2-40B4-BE49-F238E27FC236}">
                    <a16:creationId xmlns:a16="http://schemas.microsoft.com/office/drawing/2014/main" id="{3AB61635-F45F-68CE-C8DA-598FAD442634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Google Shape;703;p13">
              <a:extLst>
                <a:ext uri="{FF2B5EF4-FFF2-40B4-BE49-F238E27FC236}">
                  <a16:creationId xmlns:a16="http://schemas.microsoft.com/office/drawing/2014/main" id="{38CE906B-BDFA-FADC-61F1-BA6FA6B6592E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/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/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/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/>
          <p:cNvGrpSpPr/>
          <p:nvPr/>
        </p:nvGrpSpPr>
        <p:grpSpPr>
          <a:xfrm>
            <a:off x="1138320" y="2129400"/>
            <a:ext cx="2065320" cy="1436760"/>
            <a:chOff x="1138320" y="2129400"/>
            <a:chExt cx="2065320" cy="1436760"/>
          </a:xfrm>
        </p:grpSpPr>
        <p:sp>
          <p:nvSpPr>
            <p:cNvPr id="287" name="Google Shape;633;p13"/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/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/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/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/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/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/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/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/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/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/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/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/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/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/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/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/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/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/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/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/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/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/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/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/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/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/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/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/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/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/>
          <p:cNvSpPr/>
          <p:nvPr/>
        </p:nvSpPr>
        <p:spPr>
          <a:xfrm>
            <a:off x="3657600" y="2392560"/>
            <a:ext cx="949428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WHAT IS ERP?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360" name="Google Shape;706;p13"/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03</a:t>
            </a:r>
            <a:endParaRPr lang="en-US" sz="7870" b="0" strike="noStrike" spc="-1" dirty="0">
              <a:latin typeface="Arial"/>
            </a:endParaRPr>
          </a:p>
        </p:txBody>
      </p:sp>
      <p:sp>
        <p:nvSpPr>
          <p:cNvPr id="361" name="Google Shape;707;p13"/>
          <p:cNvSpPr/>
          <p:nvPr/>
        </p:nvSpPr>
        <p:spPr>
          <a:xfrm>
            <a:off x="1194435" y="4285615"/>
            <a:ext cx="11811635" cy="22565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457200" indent="-45720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r>
              <a:rPr lang="en-US" sz="3200" spc="-1" dirty="0">
                <a:solidFill>
                  <a:srgbClr val="000000"/>
                </a:solidFill>
                <a:latin typeface="Arial"/>
                <a:ea typeface="Arial"/>
              </a:rPr>
              <a:t>ERP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is a </a:t>
            </a:r>
            <a:r>
              <a:rPr lang="en-US" sz="3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Enterprise Resource Planning</a:t>
            </a:r>
            <a:r>
              <a:rPr lang="en-US" sz="3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lang="en-US" sz="3200" b="0" strike="noStrike" spc="-1" dirty="0">
              <a:latin typeface="Arial"/>
            </a:endParaRPr>
          </a:p>
          <a:p>
            <a:pPr marL="285750" indent="-28575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endParaRPr lang="en-US" sz="2000" b="0" strike="noStrike" spc="-1" dirty="0">
              <a:latin typeface="Arial"/>
            </a:endParaRPr>
          </a:p>
          <a:p>
            <a:pPr marL="457200" indent="-45720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r>
              <a:rPr lang="en-US" sz="3200" dirty="0"/>
              <a:t>Unified software system that helps an organization </a:t>
            </a:r>
            <a:r>
              <a:rPr lang="en-US" sz="3200" b="1" dirty="0"/>
              <a:t>run all its core business processes in one place.</a:t>
            </a:r>
            <a:endParaRPr lang="en-US" b="0" strike="noStrike" spc="-1" dirty="0">
              <a:latin typeface="Arial"/>
            </a:endParaRPr>
          </a:p>
          <a:p>
            <a:pPr marL="285750" indent="-28575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endParaRPr lang="en-US" sz="2000" b="0" strike="noStrike" spc="-1" dirty="0">
              <a:latin typeface="Arial"/>
            </a:endParaRPr>
          </a:p>
          <a:p>
            <a:pPr marL="285750" indent="-28575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endParaRPr lang="en-US" sz="2000" b="0" strike="noStrike" spc="-1" dirty="0">
              <a:latin typeface="Arial"/>
            </a:endParaRPr>
          </a:p>
        </p:txBody>
      </p:sp>
      <p:pic>
        <p:nvPicPr>
          <p:cNvPr id="1026" name="Picture 2" descr="8 Main Components of ERP Systems | NetSuite">
            <a:extLst>
              <a:ext uri="{FF2B5EF4-FFF2-40B4-BE49-F238E27FC236}">
                <a16:creationId xmlns:a16="http://schemas.microsoft.com/office/drawing/2014/main" id="{7BA3D35C-CA62-6819-4B4A-D5AAFBDD8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9639" y="2854802"/>
            <a:ext cx="5100949" cy="498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691;p13">
            <a:extLst>
              <a:ext uri="{FF2B5EF4-FFF2-40B4-BE49-F238E27FC236}">
                <a16:creationId xmlns:a16="http://schemas.microsoft.com/office/drawing/2014/main" id="{B096A217-131B-21F6-57CD-7563F432EDC6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3" name="Google Shape;692;p13">
              <a:extLst>
                <a:ext uri="{FF2B5EF4-FFF2-40B4-BE49-F238E27FC236}">
                  <a16:creationId xmlns:a16="http://schemas.microsoft.com/office/drawing/2014/main" id="{582A3DEF-4E28-124D-DF70-5C48C6085823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2" name="Google Shape;693;p13">
                <a:extLst>
                  <a:ext uri="{FF2B5EF4-FFF2-40B4-BE49-F238E27FC236}">
                    <a16:creationId xmlns:a16="http://schemas.microsoft.com/office/drawing/2014/main" id="{D0001FEE-FADE-E36F-3802-9D4ECB6A9FCC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Google Shape;694;p13">
                <a:extLst>
                  <a:ext uri="{FF2B5EF4-FFF2-40B4-BE49-F238E27FC236}">
                    <a16:creationId xmlns:a16="http://schemas.microsoft.com/office/drawing/2014/main" id="{7AE59068-4CEC-D6D3-B1CA-FF54332446B2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oogle Shape;695;p13">
              <a:extLst>
                <a:ext uri="{FF2B5EF4-FFF2-40B4-BE49-F238E27FC236}">
                  <a16:creationId xmlns:a16="http://schemas.microsoft.com/office/drawing/2014/main" id="{19CC17DE-828E-6ED5-9C70-DADB928AC7B7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10" name="Google Shape;696;p13">
                <a:extLst>
                  <a:ext uri="{FF2B5EF4-FFF2-40B4-BE49-F238E27FC236}">
                    <a16:creationId xmlns:a16="http://schemas.microsoft.com/office/drawing/2014/main" id="{F7A355DE-3F4A-B45A-C25F-E6803ACBBF40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Google Shape;697;p13">
                <a:extLst>
                  <a:ext uri="{FF2B5EF4-FFF2-40B4-BE49-F238E27FC236}">
                    <a16:creationId xmlns:a16="http://schemas.microsoft.com/office/drawing/2014/main" id="{516FB247-33E7-13DC-3ED6-1BF44B5F2B8C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oogle Shape;698;p13">
              <a:extLst>
                <a:ext uri="{FF2B5EF4-FFF2-40B4-BE49-F238E27FC236}">
                  <a16:creationId xmlns:a16="http://schemas.microsoft.com/office/drawing/2014/main" id="{CAA394A9-03E3-CA36-59EE-780B66C9D03D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8" name="Google Shape;699;p13">
                <a:extLst>
                  <a:ext uri="{FF2B5EF4-FFF2-40B4-BE49-F238E27FC236}">
                    <a16:creationId xmlns:a16="http://schemas.microsoft.com/office/drawing/2014/main" id="{46890A22-A8E7-FCD0-877D-401156B18CC8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Google Shape;700;p13">
                <a:extLst>
                  <a:ext uri="{FF2B5EF4-FFF2-40B4-BE49-F238E27FC236}">
                    <a16:creationId xmlns:a16="http://schemas.microsoft.com/office/drawing/2014/main" id="{D870DCAD-8119-8803-85CE-338D414D40C8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Google Shape;703;p13">
              <a:extLst>
                <a:ext uri="{FF2B5EF4-FFF2-40B4-BE49-F238E27FC236}">
                  <a16:creationId xmlns:a16="http://schemas.microsoft.com/office/drawing/2014/main" id="{28B03596-13D8-F0A5-F5D3-B24AE3173529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411B2-EBB0-C240-0B28-3A062D23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>
            <a:extLst>
              <a:ext uri="{FF2B5EF4-FFF2-40B4-BE49-F238E27FC236}">
                <a16:creationId xmlns:a16="http://schemas.microsoft.com/office/drawing/2014/main" id="{179FDE54-A7B8-EE58-5EBE-834571194A69}"/>
              </a:ext>
            </a:extLst>
          </p:cNvPr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>
              <a:extLst>
                <a:ext uri="{FF2B5EF4-FFF2-40B4-BE49-F238E27FC236}">
                  <a16:creationId xmlns:a16="http://schemas.microsoft.com/office/drawing/2014/main" id="{C5EC9B01-12BE-3DAD-B551-3ABAC7ABD380}"/>
                </a:ext>
              </a:extLst>
            </p:cNvPr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>
              <a:extLst>
                <a:ext uri="{FF2B5EF4-FFF2-40B4-BE49-F238E27FC236}">
                  <a16:creationId xmlns:a16="http://schemas.microsoft.com/office/drawing/2014/main" id="{F129C9E5-5A2A-E1A6-1F71-B09DBCCB5C9E}"/>
                </a:ext>
              </a:extLst>
            </p:cNvPr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>
            <a:extLst>
              <a:ext uri="{FF2B5EF4-FFF2-40B4-BE49-F238E27FC236}">
                <a16:creationId xmlns:a16="http://schemas.microsoft.com/office/drawing/2014/main" id="{70AFCCFF-5181-4C5E-13D0-565BF718BDA0}"/>
              </a:ext>
            </a:extLst>
          </p:cNvPr>
          <p:cNvGrpSpPr/>
          <p:nvPr/>
        </p:nvGrpSpPr>
        <p:grpSpPr>
          <a:xfrm>
            <a:off x="1138320" y="2129400"/>
            <a:ext cx="2065320" cy="1436760"/>
            <a:chOff x="1138320" y="2129400"/>
            <a:chExt cx="2065320" cy="1436760"/>
          </a:xfrm>
        </p:grpSpPr>
        <p:sp>
          <p:nvSpPr>
            <p:cNvPr id="287" name="Google Shape;633;p13">
              <a:extLst>
                <a:ext uri="{FF2B5EF4-FFF2-40B4-BE49-F238E27FC236}">
                  <a16:creationId xmlns:a16="http://schemas.microsoft.com/office/drawing/2014/main" id="{4F19D938-7A5B-898E-400E-E35FF389A04E}"/>
                </a:ext>
              </a:extLst>
            </p:cNvPr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>
              <a:extLst>
                <a:ext uri="{FF2B5EF4-FFF2-40B4-BE49-F238E27FC236}">
                  <a16:creationId xmlns:a16="http://schemas.microsoft.com/office/drawing/2014/main" id="{F45D7A64-51CB-1072-B8FD-242C5B867CEB}"/>
                </a:ext>
              </a:extLst>
            </p:cNvPr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>
            <a:extLst>
              <a:ext uri="{FF2B5EF4-FFF2-40B4-BE49-F238E27FC236}">
                <a16:creationId xmlns:a16="http://schemas.microsoft.com/office/drawing/2014/main" id="{9921C538-A04B-9D45-835E-ECE2139BBB77}"/>
              </a:ext>
            </a:extLst>
          </p:cNvPr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>
              <a:extLst>
                <a:ext uri="{FF2B5EF4-FFF2-40B4-BE49-F238E27FC236}">
                  <a16:creationId xmlns:a16="http://schemas.microsoft.com/office/drawing/2014/main" id="{CF04372E-820D-CCF8-C756-74D8DB083E1C}"/>
                </a:ext>
              </a:extLst>
            </p:cNvPr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>
                <a:extLst>
                  <a:ext uri="{FF2B5EF4-FFF2-40B4-BE49-F238E27FC236}">
                    <a16:creationId xmlns:a16="http://schemas.microsoft.com/office/drawing/2014/main" id="{481F621B-140F-C5F5-6E4B-014CF4A63ED3}"/>
                  </a:ext>
                </a:extLst>
              </p:cNvPr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>
                <a:extLst>
                  <a:ext uri="{FF2B5EF4-FFF2-40B4-BE49-F238E27FC236}">
                    <a16:creationId xmlns:a16="http://schemas.microsoft.com/office/drawing/2014/main" id="{534146B5-BEDC-E089-F9B6-BBF47A25FA63}"/>
                  </a:ext>
                </a:extLst>
              </p:cNvPr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>
              <a:extLst>
                <a:ext uri="{FF2B5EF4-FFF2-40B4-BE49-F238E27FC236}">
                  <a16:creationId xmlns:a16="http://schemas.microsoft.com/office/drawing/2014/main" id="{550662C9-F5C6-C478-E027-0AAF0715E96A}"/>
                </a:ext>
              </a:extLst>
            </p:cNvPr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>
                <a:extLst>
                  <a:ext uri="{FF2B5EF4-FFF2-40B4-BE49-F238E27FC236}">
                    <a16:creationId xmlns:a16="http://schemas.microsoft.com/office/drawing/2014/main" id="{36E7DEF7-8951-896A-8437-AD1F7305062A}"/>
                  </a:ext>
                </a:extLst>
              </p:cNvPr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>
                <a:extLst>
                  <a:ext uri="{FF2B5EF4-FFF2-40B4-BE49-F238E27FC236}">
                    <a16:creationId xmlns:a16="http://schemas.microsoft.com/office/drawing/2014/main" id="{439EBA7E-829D-CF7B-40BB-CA23ED5E23A5}"/>
                  </a:ext>
                </a:extLst>
              </p:cNvPr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>
              <a:extLst>
                <a:ext uri="{FF2B5EF4-FFF2-40B4-BE49-F238E27FC236}">
                  <a16:creationId xmlns:a16="http://schemas.microsoft.com/office/drawing/2014/main" id="{49993915-E9EB-B311-773F-9A0804F181A2}"/>
                </a:ext>
              </a:extLst>
            </p:cNvPr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>
                <a:extLst>
                  <a:ext uri="{FF2B5EF4-FFF2-40B4-BE49-F238E27FC236}">
                    <a16:creationId xmlns:a16="http://schemas.microsoft.com/office/drawing/2014/main" id="{EF7BAEED-D6DF-BF0A-E9E9-224148E3F5A2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>
                <a:extLst>
                  <a:ext uri="{FF2B5EF4-FFF2-40B4-BE49-F238E27FC236}">
                    <a16:creationId xmlns:a16="http://schemas.microsoft.com/office/drawing/2014/main" id="{50992115-C453-3C30-C41C-C75C01BAF40F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>
              <a:extLst>
                <a:ext uri="{FF2B5EF4-FFF2-40B4-BE49-F238E27FC236}">
                  <a16:creationId xmlns:a16="http://schemas.microsoft.com/office/drawing/2014/main" id="{F3F5FD09-7179-68BB-CBCD-DC9178F9E9D0}"/>
                </a:ext>
              </a:extLst>
            </p:cNvPr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>
                <a:extLst>
                  <a:ext uri="{FF2B5EF4-FFF2-40B4-BE49-F238E27FC236}">
                    <a16:creationId xmlns:a16="http://schemas.microsoft.com/office/drawing/2014/main" id="{16989EDE-AA9D-FA8A-D45E-122D61EEBC17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>
                <a:extLst>
                  <a:ext uri="{FF2B5EF4-FFF2-40B4-BE49-F238E27FC236}">
                    <a16:creationId xmlns:a16="http://schemas.microsoft.com/office/drawing/2014/main" id="{4847AC0A-7D90-DF5C-577D-5E19302F5BA3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>
              <a:extLst>
                <a:ext uri="{FF2B5EF4-FFF2-40B4-BE49-F238E27FC236}">
                  <a16:creationId xmlns:a16="http://schemas.microsoft.com/office/drawing/2014/main" id="{2F903F41-2660-4241-FABC-1B787826F4F8}"/>
                </a:ext>
              </a:extLst>
            </p:cNvPr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>
                <a:extLst>
                  <a:ext uri="{FF2B5EF4-FFF2-40B4-BE49-F238E27FC236}">
                    <a16:creationId xmlns:a16="http://schemas.microsoft.com/office/drawing/2014/main" id="{749D1CD2-F40E-4F9F-2636-C5A2E2AD6331}"/>
                  </a:ext>
                </a:extLst>
              </p:cNvPr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>
                <a:extLst>
                  <a:ext uri="{FF2B5EF4-FFF2-40B4-BE49-F238E27FC236}">
                    <a16:creationId xmlns:a16="http://schemas.microsoft.com/office/drawing/2014/main" id="{CDA64837-2449-44DD-061A-2554974A89C7}"/>
                  </a:ext>
                </a:extLst>
              </p:cNvPr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>
              <a:extLst>
                <a:ext uri="{FF2B5EF4-FFF2-40B4-BE49-F238E27FC236}">
                  <a16:creationId xmlns:a16="http://schemas.microsoft.com/office/drawing/2014/main" id="{F79573C8-EB36-109F-D72B-72112D80B5D0}"/>
                </a:ext>
              </a:extLst>
            </p:cNvPr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>
                <a:extLst>
                  <a:ext uri="{FF2B5EF4-FFF2-40B4-BE49-F238E27FC236}">
                    <a16:creationId xmlns:a16="http://schemas.microsoft.com/office/drawing/2014/main" id="{A49BE09A-536C-8393-886F-BDD4EF20748C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>
                <a:extLst>
                  <a:ext uri="{FF2B5EF4-FFF2-40B4-BE49-F238E27FC236}">
                    <a16:creationId xmlns:a16="http://schemas.microsoft.com/office/drawing/2014/main" id="{97C63672-A654-5E0F-2D71-39B8B995F0A2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>
              <a:extLst>
                <a:ext uri="{FF2B5EF4-FFF2-40B4-BE49-F238E27FC236}">
                  <a16:creationId xmlns:a16="http://schemas.microsoft.com/office/drawing/2014/main" id="{6973BE15-B3E8-4568-9889-016E80625E7D}"/>
                </a:ext>
              </a:extLst>
            </p:cNvPr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>
                <a:extLst>
                  <a:ext uri="{FF2B5EF4-FFF2-40B4-BE49-F238E27FC236}">
                    <a16:creationId xmlns:a16="http://schemas.microsoft.com/office/drawing/2014/main" id="{56AC9515-E097-62B5-ACDC-13BB0FDB9D35}"/>
                  </a:ext>
                </a:extLst>
              </p:cNvPr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>
                <a:extLst>
                  <a:ext uri="{FF2B5EF4-FFF2-40B4-BE49-F238E27FC236}">
                    <a16:creationId xmlns:a16="http://schemas.microsoft.com/office/drawing/2014/main" id="{7C39133E-A19E-6B15-70C8-2C03713DE644}"/>
                  </a:ext>
                </a:extLst>
              </p:cNvPr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>
              <a:extLst>
                <a:ext uri="{FF2B5EF4-FFF2-40B4-BE49-F238E27FC236}">
                  <a16:creationId xmlns:a16="http://schemas.microsoft.com/office/drawing/2014/main" id="{835167BC-5A28-BFDD-BE98-EC217B440031}"/>
                </a:ext>
              </a:extLst>
            </p:cNvPr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>
                <a:extLst>
                  <a:ext uri="{FF2B5EF4-FFF2-40B4-BE49-F238E27FC236}">
                    <a16:creationId xmlns:a16="http://schemas.microsoft.com/office/drawing/2014/main" id="{42F0E478-4D37-84FA-C478-87837E43D995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>
                <a:extLst>
                  <a:ext uri="{FF2B5EF4-FFF2-40B4-BE49-F238E27FC236}">
                    <a16:creationId xmlns:a16="http://schemas.microsoft.com/office/drawing/2014/main" id="{017501F3-CDB7-04AA-6015-9A4ADC87C32B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>
              <a:extLst>
                <a:ext uri="{FF2B5EF4-FFF2-40B4-BE49-F238E27FC236}">
                  <a16:creationId xmlns:a16="http://schemas.microsoft.com/office/drawing/2014/main" id="{204A4576-7F32-199A-0C9E-3A2F3957920C}"/>
                </a:ext>
              </a:extLst>
            </p:cNvPr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>
                <a:extLst>
                  <a:ext uri="{FF2B5EF4-FFF2-40B4-BE49-F238E27FC236}">
                    <a16:creationId xmlns:a16="http://schemas.microsoft.com/office/drawing/2014/main" id="{0933226E-3D00-5A8D-2395-5DB242F09EC0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>
                <a:extLst>
                  <a:ext uri="{FF2B5EF4-FFF2-40B4-BE49-F238E27FC236}">
                    <a16:creationId xmlns:a16="http://schemas.microsoft.com/office/drawing/2014/main" id="{A6CECC5E-74B7-5254-7C4D-3A4DF3E2E30A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>
            <a:extLst>
              <a:ext uri="{FF2B5EF4-FFF2-40B4-BE49-F238E27FC236}">
                <a16:creationId xmlns:a16="http://schemas.microsoft.com/office/drawing/2014/main" id="{0F6E2DC7-0243-6E08-8B2C-A2A11BF616EC}"/>
              </a:ext>
            </a:extLst>
          </p:cNvPr>
          <p:cNvSpPr/>
          <p:nvPr/>
        </p:nvSpPr>
        <p:spPr>
          <a:xfrm>
            <a:off x="3657600" y="2392560"/>
            <a:ext cx="949428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WHAT IS ERP Project?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360" name="Google Shape;706;p13">
            <a:extLst>
              <a:ext uri="{FF2B5EF4-FFF2-40B4-BE49-F238E27FC236}">
                <a16:creationId xmlns:a16="http://schemas.microsoft.com/office/drawing/2014/main" id="{C92196A4-CEEC-809F-EE6D-718933B5C778}"/>
              </a:ext>
            </a:extLst>
          </p:cNvPr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</a:t>
            </a:r>
            <a:r>
              <a:rPr lang="en-US" sz="7870" spc="-1" dirty="0">
                <a:solidFill>
                  <a:srgbClr val="FFFFFF"/>
                </a:solidFill>
                <a:latin typeface="Anton"/>
                <a:ea typeface="Anton"/>
              </a:rPr>
              <a:t>4</a:t>
            </a:r>
            <a:endParaRPr lang="en-US" sz="7870" b="0" strike="noStrike" spc="-1" dirty="0">
              <a:latin typeface="Arial"/>
            </a:endParaRPr>
          </a:p>
        </p:txBody>
      </p:sp>
      <p:sp>
        <p:nvSpPr>
          <p:cNvPr id="361" name="Google Shape;707;p13">
            <a:extLst>
              <a:ext uri="{FF2B5EF4-FFF2-40B4-BE49-F238E27FC236}">
                <a16:creationId xmlns:a16="http://schemas.microsoft.com/office/drawing/2014/main" id="{05FD4CF7-6462-FE52-2BBE-1DFCEFBD9C35}"/>
              </a:ext>
            </a:extLst>
          </p:cNvPr>
          <p:cNvSpPr/>
          <p:nvPr/>
        </p:nvSpPr>
        <p:spPr>
          <a:xfrm>
            <a:off x="1194435" y="4285615"/>
            <a:ext cx="11811635" cy="335591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457200" indent="-45720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r>
              <a:rPr lang="en-US" sz="3200" spc="-1" dirty="0">
                <a:solidFill>
                  <a:srgbClr val="000000"/>
                </a:solidFill>
                <a:latin typeface="+mj-lt"/>
                <a:ea typeface="Arial"/>
              </a:rPr>
              <a:t>ERP Project</a:t>
            </a:r>
            <a:r>
              <a:rPr lang="en-US" sz="3200" b="0" strike="noStrike" spc="-1" dirty="0">
                <a:solidFill>
                  <a:srgbClr val="000000"/>
                </a:solidFill>
                <a:latin typeface="+mj-lt"/>
                <a:ea typeface="Arial"/>
              </a:rPr>
              <a:t> </a:t>
            </a:r>
            <a:r>
              <a:rPr lang="en-US" sz="3200" dirty="0">
                <a:latin typeface="+mj-lt"/>
              </a:rPr>
              <a:t>is the full process of planning, selecting, implementing, customizing, and rolling out an ERP system in an organization.</a:t>
            </a:r>
            <a:endParaRPr lang="en-US" sz="2000" spc="-1" dirty="0">
              <a:latin typeface="+mj-lt"/>
            </a:endParaRPr>
          </a:p>
          <a:p>
            <a:pPr marL="457200" indent="-457200">
              <a:lnSpc>
                <a:spcPct val="94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200" dirty="0">
                <a:solidFill>
                  <a:srgbClr val="504C49"/>
                </a:solidFill>
                <a:latin typeface="+mj-lt"/>
                <a:ea typeface="Source Serif Pro" pitchFamily="34" charset="-122"/>
                <a:cs typeface="Source Serif Pro" pitchFamily="34" charset="-120"/>
                <a:sym typeface="+mn-ea"/>
              </a:rPr>
              <a:t>A temporary project with a set budget, </a:t>
            </a:r>
            <a:r>
              <a:rPr lang="en-US" sz="3200" dirty="0" err="1">
                <a:solidFill>
                  <a:srgbClr val="504C49"/>
                </a:solidFill>
                <a:latin typeface="+mj-lt"/>
                <a:ea typeface="Source Serif Pro" pitchFamily="34" charset="-122"/>
                <a:cs typeface="Source Serif Pro" pitchFamily="34" charset="-120"/>
                <a:sym typeface="+mn-ea"/>
              </a:rPr>
              <a:t>timeline,deliverable</a:t>
            </a:r>
            <a:endParaRPr lang="en-US" sz="3200" dirty="0">
              <a:solidFill>
                <a:srgbClr val="504C49"/>
              </a:solidFill>
              <a:latin typeface="+mj-lt"/>
              <a:ea typeface="Source Serif Pro" pitchFamily="34" charset="-122"/>
              <a:cs typeface="Source Serif Pro" pitchFamily="34" charset="-120"/>
              <a:sym typeface="+mn-ea"/>
            </a:endParaRPr>
          </a:p>
          <a:p>
            <a:pPr marL="457200" indent="-457200">
              <a:lnSpc>
                <a:spcPct val="94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200" dirty="0">
                <a:solidFill>
                  <a:srgbClr val="504C49"/>
                </a:solidFill>
                <a:latin typeface="+mj-lt"/>
                <a:ea typeface="Source Serif Pro" pitchFamily="34" charset="-122"/>
                <a:cs typeface="Source Serif Pro" pitchFamily="34" charset="-120"/>
                <a:sym typeface="+mn-ea"/>
              </a:rPr>
              <a:t>Understanding how business works</a:t>
            </a:r>
          </a:p>
          <a:p>
            <a:pPr marL="457200" indent="-457200">
              <a:lnSpc>
                <a:spcPct val="94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200" dirty="0">
                <a:solidFill>
                  <a:srgbClr val="504C49"/>
                </a:solidFill>
                <a:latin typeface="+mj-lt"/>
                <a:ea typeface="Source Serif Pro" pitchFamily="34" charset="-122"/>
                <a:cs typeface="Source Serif Pro" pitchFamily="34" charset="-120"/>
                <a:sym typeface="+mn-ea"/>
              </a:rPr>
              <a:t>Generally it’s a journey of implementing ERP System </a:t>
            </a:r>
          </a:p>
          <a:p>
            <a:pPr marL="285750" indent="-28575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endParaRPr lang="en-US" sz="2000" b="0" strike="noStrike" spc="-1" dirty="0">
              <a:latin typeface="Arial"/>
            </a:endParaRPr>
          </a:p>
          <a:p>
            <a:pPr marL="285750" indent="-28575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endParaRPr lang="en-US" sz="2000" b="0" strike="noStrike" spc="-1" dirty="0">
              <a:latin typeface="Arial"/>
            </a:endParaRPr>
          </a:p>
        </p:txBody>
      </p:sp>
      <p:pic>
        <p:nvPicPr>
          <p:cNvPr id="1026" name="Picture 2" descr="8 Main Components of ERP Systems | NetSuite">
            <a:extLst>
              <a:ext uri="{FF2B5EF4-FFF2-40B4-BE49-F238E27FC236}">
                <a16:creationId xmlns:a16="http://schemas.microsoft.com/office/drawing/2014/main" id="{5E702ABB-2EB5-3159-3C76-9C3ED02DD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9639" y="2854802"/>
            <a:ext cx="5100949" cy="498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691;p13">
            <a:extLst>
              <a:ext uri="{FF2B5EF4-FFF2-40B4-BE49-F238E27FC236}">
                <a16:creationId xmlns:a16="http://schemas.microsoft.com/office/drawing/2014/main" id="{EAA46CA4-1503-4BDC-6077-39DB95D05B2B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3" name="Google Shape;692;p13">
              <a:extLst>
                <a:ext uri="{FF2B5EF4-FFF2-40B4-BE49-F238E27FC236}">
                  <a16:creationId xmlns:a16="http://schemas.microsoft.com/office/drawing/2014/main" id="{CA988D50-DAA7-E1F4-8784-C2793A87734B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1" name="Google Shape;693;p13">
                <a:extLst>
                  <a:ext uri="{FF2B5EF4-FFF2-40B4-BE49-F238E27FC236}">
                    <a16:creationId xmlns:a16="http://schemas.microsoft.com/office/drawing/2014/main" id="{BA1C45D0-5E17-C61E-C391-B495D2F5761E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694;p13">
                <a:extLst>
                  <a:ext uri="{FF2B5EF4-FFF2-40B4-BE49-F238E27FC236}">
                    <a16:creationId xmlns:a16="http://schemas.microsoft.com/office/drawing/2014/main" id="{85909DCD-2C27-0100-7438-08DF5E3FC8F4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oogle Shape;695;p13">
              <a:extLst>
                <a:ext uri="{FF2B5EF4-FFF2-40B4-BE49-F238E27FC236}">
                  <a16:creationId xmlns:a16="http://schemas.microsoft.com/office/drawing/2014/main" id="{A316B4C2-D750-8959-0015-CC3BECF3D5D8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9" name="Google Shape;696;p13">
                <a:extLst>
                  <a:ext uri="{FF2B5EF4-FFF2-40B4-BE49-F238E27FC236}">
                    <a16:creationId xmlns:a16="http://schemas.microsoft.com/office/drawing/2014/main" id="{B4069043-0B5F-CDFC-7D09-8B569080C2FF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697;p13">
                <a:extLst>
                  <a:ext uri="{FF2B5EF4-FFF2-40B4-BE49-F238E27FC236}">
                    <a16:creationId xmlns:a16="http://schemas.microsoft.com/office/drawing/2014/main" id="{173EA1D5-B198-6840-2CDD-5FBCB8789446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oogle Shape;698;p13">
              <a:extLst>
                <a:ext uri="{FF2B5EF4-FFF2-40B4-BE49-F238E27FC236}">
                  <a16:creationId xmlns:a16="http://schemas.microsoft.com/office/drawing/2014/main" id="{29AC2B24-D761-DF3C-91B3-BF520431E1FF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7" name="Google Shape;699;p13">
                <a:extLst>
                  <a:ext uri="{FF2B5EF4-FFF2-40B4-BE49-F238E27FC236}">
                    <a16:creationId xmlns:a16="http://schemas.microsoft.com/office/drawing/2014/main" id="{FB3426FD-1107-0B87-B18D-3C89EBF900F7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700;p13">
                <a:extLst>
                  <a:ext uri="{FF2B5EF4-FFF2-40B4-BE49-F238E27FC236}">
                    <a16:creationId xmlns:a16="http://schemas.microsoft.com/office/drawing/2014/main" id="{47AF5937-08F3-2F97-7F36-45345B23EA07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Google Shape;703;p13">
              <a:extLst>
                <a:ext uri="{FF2B5EF4-FFF2-40B4-BE49-F238E27FC236}">
                  <a16:creationId xmlns:a16="http://schemas.microsoft.com/office/drawing/2014/main" id="{DC3FD016-06A3-B58A-7945-A1FABAABB50F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3859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8C7ED-A667-73F0-FD4E-527017FC3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>
            <a:extLst>
              <a:ext uri="{FF2B5EF4-FFF2-40B4-BE49-F238E27FC236}">
                <a16:creationId xmlns:a16="http://schemas.microsoft.com/office/drawing/2014/main" id="{C6EB4283-A507-5847-0B90-104859D087B5}"/>
              </a:ext>
            </a:extLst>
          </p:cNvPr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>
              <a:extLst>
                <a:ext uri="{FF2B5EF4-FFF2-40B4-BE49-F238E27FC236}">
                  <a16:creationId xmlns:a16="http://schemas.microsoft.com/office/drawing/2014/main" id="{22F60AAD-1740-1B6D-AB5C-761650E6B162}"/>
                </a:ext>
              </a:extLst>
            </p:cNvPr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>
              <a:extLst>
                <a:ext uri="{FF2B5EF4-FFF2-40B4-BE49-F238E27FC236}">
                  <a16:creationId xmlns:a16="http://schemas.microsoft.com/office/drawing/2014/main" id="{83D0FDBC-CFE2-29AD-D64E-F5E65E41889B}"/>
                </a:ext>
              </a:extLst>
            </p:cNvPr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>
            <a:extLst>
              <a:ext uri="{FF2B5EF4-FFF2-40B4-BE49-F238E27FC236}">
                <a16:creationId xmlns:a16="http://schemas.microsoft.com/office/drawing/2014/main" id="{512A51D2-04B8-1766-9DEF-8F3302183BA9}"/>
              </a:ext>
            </a:extLst>
          </p:cNvPr>
          <p:cNvGrpSpPr/>
          <p:nvPr/>
        </p:nvGrpSpPr>
        <p:grpSpPr>
          <a:xfrm>
            <a:off x="1138320" y="2129400"/>
            <a:ext cx="2065320" cy="1436760"/>
            <a:chOff x="1138320" y="2129400"/>
            <a:chExt cx="2065320" cy="1436760"/>
          </a:xfrm>
        </p:grpSpPr>
        <p:sp>
          <p:nvSpPr>
            <p:cNvPr id="287" name="Google Shape;633;p13">
              <a:extLst>
                <a:ext uri="{FF2B5EF4-FFF2-40B4-BE49-F238E27FC236}">
                  <a16:creationId xmlns:a16="http://schemas.microsoft.com/office/drawing/2014/main" id="{B103969A-9DBF-B8BA-2A6E-9ECA7686C2F1}"/>
                </a:ext>
              </a:extLst>
            </p:cNvPr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>
              <a:extLst>
                <a:ext uri="{FF2B5EF4-FFF2-40B4-BE49-F238E27FC236}">
                  <a16:creationId xmlns:a16="http://schemas.microsoft.com/office/drawing/2014/main" id="{F4BA5CCA-DA14-0904-F695-EDBA895E4466}"/>
                </a:ext>
              </a:extLst>
            </p:cNvPr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>
            <a:extLst>
              <a:ext uri="{FF2B5EF4-FFF2-40B4-BE49-F238E27FC236}">
                <a16:creationId xmlns:a16="http://schemas.microsoft.com/office/drawing/2014/main" id="{BB9E0F87-79C3-3782-2CC4-478DAD0771FB}"/>
              </a:ext>
            </a:extLst>
          </p:cNvPr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>
              <a:extLst>
                <a:ext uri="{FF2B5EF4-FFF2-40B4-BE49-F238E27FC236}">
                  <a16:creationId xmlns:a16="http://schemas.microsoft.com/office/drawing/2014/main" id="{536BA8C1-CE17-0A54-30F8-EF57359EB998}"/>
                </a:ext>
              </a:extLst>
            </p:cNvPr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>
                <a:extLst>
                  <a:ext uri="{FF2B5EF4-FFF2-40B4-BE49-F238E27FC236}">
                    <a16:creationId xmlns:a16="http://schemas.microsoft.com/office/drawing/2014/main" id="{A78D9A9E-A269-E627-E1DB-390846E41158}"/>
                  </a:ext>
                </a:extLst>
              </p:cNvPr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>
                <a:extLst>
                  <a:ext uri="{FF2B5EF4-FFF2-40B4-BE49-F238E27FC236}">
                    <a16:creationId xmlns:a16="http://schemas.microsoft.com/office/drawing/2014/main" id="{A1BAE2BC-EB25-7B08-5D16-97BF69021B72}"/>
                  </a:ext>
                </a:extLst>
              </p:cNvPr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>
              <a:extLst>
                <a:ext uri="{FF2B5EF4-FFF2-40B4-BE49-F238E27FC236}">
                  <a16:creationId xmlns:a16="http://schemas.microsoft.com/office/drawing/2014/main" id="{8D9053C9-0C88-DD5F-5567-93CB366256F5}"/>
                </a:ext>
              </a:extLst>
            </p:cNvPr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>
                <a:extLst>
                  <a:ext uri="{FF2B5EF4-FFF2-40B4-BE49-F238E27FC236}">
                    <a16:creationId xmlns:a16="http://schemas.microsoft.com/office/drawing/2014/main" id="{0034D938-327C-8E2F-FBA7-D4FD8F5762E1}"/>
                  </a:ext>
                </a:extLst>
              </p:cNvPr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>
                <a:extLst>
                  <a:ext uri="{FF2B5EF4-FFF2-40B4-BE49-F238E27FC236}">
                    <a16:creationId xmlns:a16="http://schemas.microsoft.com/office/drawing/2014/main" id="{848DD33E-14AB-2F00-DE8A-F77E71FE605A}"/>
                  </a:ext>
                </a:extLst>
              </p:cNvPr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>
              <a:extLst>
                <a:ext uri="{FF2B5EF4-FFF2-40B4-BE49-F238E27FC236}">
                  <a16:creationId xmlns:a16="http://schemas.microsoft.com/office/drawing/2014/main" id="{43292A98-EEF9-B1A8-FB16-D0D91E8DEBF9}"/>
                </a:ext>
              </a:extLst>
            </p:cNvPr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>
                <a:extLst>
                  <a:ext uri="{FF2B5EF4-FFF2-40B4-BE49-F238E27FC236}">
                    <a16:creationId xmlns:a16="http://schemas.microsoft.com/office/drawing/2014/main" id="{6B42B8C6-8329-139C-51BC-B6E1235B68DC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>
                <a:extLst>
                  <a:ext uri="{FF2B5EF4-FFF2-40B4-BE49-F238E27FC236}">
                    <a16:creationId xmlns:a16="http://schemas.microsoft.com/office/drawing/2014/main" id="{8FBF22F4-0105-19BF-08F9-CB296367F5EA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>
              <a:extLst>
                <a:ext uri="{FF2B5EF4-FFF2-40B4-BE49-F238E27FC236}">
                  <a16:creationId xmlns:a16="http://schemas.microsoft.com/office/drawing/2014/main" id="{46524BD4-EC1A-0363-7BF4-EAF9D8DC4FC7}"/>
                </a:ext>
              </a:extLst>
            </p:cNvPr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>
                <a:extLst>
                  <a:ext uri="{FF2B5EF4-FFF2-40B4-BE49-F238E27FC236}">
                    <a16:creationId xmlns:a16="http://schemas.microsoft.com/office/drawing/2014/main" id="{D04ABCAE-07E0-0520-F18E-461E48DCCEB6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>
                <a:extLst>
                  <a:ext uri="{FF2B5EF4-FFF2-40B4-BE49-F238E27FC236}">
                    <a16:creationId xmlns:a16="http://schemas.microsoft.com/office/drawing/2014/main" id="{CE1DC456-46CA-4C34-F2F0-9F0933F8F694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>
              <a:extLst>
                <a:ext uri="{FF2B5EF4-FFF2-40B4-BE49-F238E27FC236}">
                  <a16:creationId xmlns:a16="http://schemas.microsoft.com/office/drawing/2014/main" id="{DE8686F3-B347-0D0F-20AB-B63A59AB6AFE}"/>
                </a:ext>
              </a:extLst>
            </p:cNvPr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>
                <a:extLst>
                  <a:ext uri="{FF2B5EF4-FFF2-40B4-BE49-F238E27FC236}">
                    <a16:creationId xmlns:a16="http://schemas.microsoft.com/office/drawing/2014/main" id="{70F1F60B-5469-B9FC-B742-B26FAE0F5872}"/>
                  </a:ext>
                </a:extLst>
              </p:cNvPr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>
                <a:extLst>
                  <a:ext uri="{FF2B5EF4-FFF2-40B4-BE49-F238E27FC236}">
                    <a16:creationId xmlns:a16="http://schemas.microsoft.com/office/drawing/2014/main" id="{5BC5EB7C-845E-EDCD-18F9-97A07EA3C70B}"/>
                  </a:ext>
                </a:extLst>
              </p:cNvPr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>
              <a:extLst>
                <a:ext uri="{FF2B5EF4-FFF2-40B4-BE49-F238E27FC236}">
                  <a16:creationId xmlns:a16="http://schemas.microsoft.com/office/drawing/2014/main" id="{0651C5BA-9F10-C2A3-062D-08A6F5354469}"/>
                </a:ext>
              </a:extLst>
            </p:cNvPr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>
                <a:extLst>
                  <a:ext uri="{FF2B5EF4-FFF2-40B4-BE49-F238E27FC236}">
                    <a16:creationId xmlns:a16="http://schemas.microsoft.com/office/drawing/2014/main" id="{E50B926A-4992-D7EF-ABB9-C1B710AC0AC5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>
                <a:extLst>
                  <a:ext uri="{FF2B5EF4-FFF2-40B4-BE49-F238E27FC236}">
                    <a16:creationId xmlns:a16="http://schemas.microsoft.com/office/drawing/2014/main" id="{28A9C553-8DFC-B682-F8AC-E307EF5211C9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>
              <a:extLst>
                <a:ext uri="{FF2B5EF4-FFF2-40B4-BE49-F238E27FC236}">
                  <a16:creationId xmlns:a16="http://schemas.microsoft.com/office/drawing/2014/main" id="{8933E04F-207E-45F1-9F45-45403C31F686}"/>
                </a:ext>
              </a:extLst>
            </p:cNvPr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>
                <a:extLst>
                  <a:ext uri="{FF2B5EF4-FFF2-40B4-BE49-F238E27FC236}">
                    <a16:creationId xmlns:a16="http://schemas.microsoft.com/office/drawing/2014/main" id="{1E210DF4-EACA-F176-D4D6-03FC66FB96BB}"/>
                  </a:ext>
                </a:extLst>
              </p:cNvPr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>
                <a:extLst>
                  <a:ext uri="{FF2B5EF4-FFF2-40B4-BE49-F238E27FC236}">
                    <a16:creationId xmlns:a16="http://schemas.microsoft.com/office/drawing/2014/main" id="{951EA9A4-8EE5-8453-95A2-08FDA941DDA5}"/>
                  </a:ext>
                </a:extLst>
              </p:cNvPr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>
              <a:extLst>
                <a:ext uri="{FF2B5EF4-FFF2-40B4-BE49-F238E27FC236}">
                  <a16:creationId xmlns:a16="http://schemas.microsoft.com/office/drawing/2014/main" id="{B5C1B5A3-77FA-1368-945A-892140F78377}"/>
                </a:ext>
              </a:extLst>
            </p:cNvPr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>
                <a:extLst>
                  <a:ext uri="{FF2B5EF4-FFF2-40B4-BE49-F238E27FC236}">
                    <a16:creationId xmlns:a16="http://schemas.microsoft.com/office/drawing/2014/main" id="{DB24338D-CE5E-7F57-F1E0-BF37E51D41F6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>
                <a:extLst>
                  <a:ext uri="{FF2B5EF4-FFF2-40B4-BE49-F238E27FC236}">
                    <a16:creationId xmlns:a16="http://schemas.microsoft.com/office/drawing/2014/main" id="{86729C95-2708-EE8A-4A0C-4E3EF6C8C88D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>
              <a:extLst>
                <a:ext uri="{FF2B5EF4-FFF2-40B4-BE49-F238E27FC236}">
                  <a16:creationId xmlns:a16="http://schemas.microsoft.com/office/drawing/2014/main" id="{6276592F-14B5-FE5C-0C32-8643B09F394C}"/>
                </a:ext>
              </a:extLst>
            </p:cNvPr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>
                <a:extLst>
                  <a:ext uri="{FF2B5EF4-FFF2-40B4-BE49-F238E27FC236}">
                    <a16:creationId xmlns:a16="http://schemas.microsoft.com/office/drawing/2014/main" id="{C03A945E-EE04-E353-0041-0C95C06DAEFE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>
                <a:extLst>
                  <a:ext uri="{FF2B5EF4-FFF2-40B4-BE49-F238E27FC236}">
                    <a16:creationId xmlns:a16="http://schemas.microsoft.com/office/drawing/2014/main" id="{D1808433-DDB1-5391-0C56-0FF4C0D0ECAA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>
            <a:extLst>
              <a:ext uri="{FF2B5EF4-FFF2-40B4-BE49-F238E27FC236}">
                <a16:creationId xmlns:a16="http://schemas.microsoft.com/office/drawing/2014/main" id="{CD263C70-3459-9EE9-D86A-157D63C98907}"/>
              </a:ext>
            </a:extLst>
          </p:cNvPr>
          <p:cNvSpPr/>
          <p:nvPr/>
        </p:nvSpPr>
        <p:spPr>
          <a:xfrm>
            <a:off x="3657600" y="2392560"/>
            <a:ext cx="949428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WHAT IS Odoo?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360" name="Google Shape;706;p13">
            <a:extLst>
              <a:ext uri="{FF2B5EF4-FFF2-40B4-BE49-F238E27FC236}">
                <a16:creationId xmlns:a16="http://schemas.microsoft.com/office/drawing/2014/main" id="{664606F9-C30A-6ECE-99A1-0BC01633B8B4}"/>
              </a:ext>
            </a:extLst>
          </p:cNvPr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05</a:t>
            </a:r>
            <a:endParaRPr lang="en-US" sz="7870" b="0" strike="noStrike" spc="-1" dirty="0">
              <a:latin typeface="Arial"/>
            </a:endParaRPr>
          </a:p>
        </p:txBody>
      </p:sp>
      <p:sp>
        <p:nvSpPr>
          <p:cNvPr id="361" name="Google Shape;707;p13">
            <a:extLst>
              <a:ext uri="{FF2B5EF4-FFF2-40B4-BE49-F238E27FC236}">
                <a16:creationId xmlns:a16="http://schemas.microsoft.com/office/drawing/2014/main" id="{94AFFDA8-6E57-4CD1-79A7-ECDD59025E3D}"/>
              </a:ext>
            </a:extLst>
          </p:cNvPr>
          <p:cNvSpPr/>
          <p:nvPr/>
        </p:nvSpPr>
        <p:spPr>
          <a:xfrm>
            <a:off x="1194435" y="4285615"/>
            <a:ext cx="11811635" cy="2430152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457200" indent="-45720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r>
              <a:rPr lang="en-US" sz="3200" dirty="0"/>
              <a:t>Is an all-in-one, modular </a:t>
            </a:r>
            <a:r>
              <a:rPr lang="en-US" sz="3200" b="1" dirty="0"/>
              <a:t>ERP </a:t>
            </a:r>
            <a:r>
              <a:rPr lang="en-US" sz="3200" dirty="0"/>
              <a:t>that allows </a:t>
            </a:r>
          </a:p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200" dirty="0"/>
              <a:t>companies to manage everything in one </a:t>
            </a:r>
          </a:p>
          <a:p>
            <a:pPr>
              <a:lnSpc>
                <a:spcPct val="94000"/>
              </a:lnSpc>
              <a:tabLst>
                <a:tab pos="0" algn="l"/>
              </a:tabLst>
            </a:pPr>
            <a:r>
              <a:rPr lang="en-US" sz="3200" dirty="0"/>
              <a:t>unified system.</a:t>
            </a:r>
          </a:p>
          <a:p>
            <a:pPr marL="457200" indent="-45720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r>
              <a:rPr lang="en-US" sz="32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  <a:sym typeface="+mn-ea"/>
              </a:rPr>
              <a:t>Developed by </a:t>
            </a:r>
            <a:r>
              <a:rPr lang="en-US" sz="3200" dirty="0" err="1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  <a:sym typeface="+mn-ea"/>
              </a:rPr>
              <a:t>odoo</a:t>
            </a:r>
            <a:endParaRPr lang="en-US" sz="3200" dirty="0">
              <a:solidFill>
                <a:srgbClr val="504C49"/>
              </a:solidFill>
              <a:latin typeface="Source Serif Pro" pitchFamily="34" charset="0"/>
              <a:ea typeface="Source Serif Pro" pitchFamily="34" charset="-122"/>
              <a:cs typeface="Source Serif Pro" pitchFamily="34" charset="-120"/>
              <a:sym typeface="+mn-ea"/>
            </a:endParaRPr>
          </a:p>
          <a:p>
            <a:pPr>
              <a:lnSpc>
                <a:spcPct val="94000"/>
              </a:lnSpc>
              <a:tabLst>
                <a:tab pos="0" algn="l"/>
              </a:tabLst>
            </a:pPr>
            <a:endParaRPr lang="en-US" sz="2000" b="0" strike="noStrike" spc="-1" dirty="0">
              <a:latin typeface="Arial"/>
            </a:endParaRPr>
          </a:p>
          <a:p>
            <a:pPr marL="285750" indent="-28575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endParaRPr lang="en-US" sz="2000" b="0" strike="noStrike" spc="-1" dirty="0">
              <a:latin typeface="Arial"/>
            </a:endParaRPr>
          </a:p>
        </p:txBody>
      </p:sp>
      <p:pic>
        <p:nvPicPr>
          <p:cNvPr id="2054" name="Picture 6" descr="Odoo ERP so special? How does it compare to other enterprise ...">
            <a:extLst>
              <a:ext uri="{FF2B5EF4-FFF2-40B4-BE49-F238E27FC236}">
                <a16:creationId xmlns:a16="http://schemas.microsoft.com/office/drawing/2014/main" id="{C1113C2E-FF9F-277E-3CEC-E7D0A33E8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3742201"/>
            <a:ext cx="9072000" cy="638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oogle Shape;691;p13">
            <a:extLst>
              <a:ext uri="{FF2B5EF4-FFF2-40B4-BE49-F238E27FC236}">
                <a16:creationId xmlns:a16="http://schemas.microsoft.com/office/drawing/2014/main" id="{5F6F509B-F330-E006-7A55-141F440DD227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5" name="Google Shape;692;p13">
              <a:extLst>
                <a:ext uri="{FF2B5EF4-FFF2-40B4-BE49-F238E27FC236}">
                  <a16:creationId xmlns:a16="http://schemas.microsoft.com/office/drawing/2014/main" id="{634BF0EA-B82B-0898-4CDB-700F6B39A6CE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3" name="Google Shape;693;p13">
                <a:extLst>
                  <a:ext uri="{FF2B5EF4-FFF2-40B4-BE49-F238E27FC236}">
                    <a16:creationId xmlns:a16="http://schemas.microsoft.com/office/drawing/2014/main" id="{2C45A7C3-90D1-B6EB-0C38-88E64F0D5E8E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Google Shape;694;p13">
                <a:extLst>
                  <a:ext uri="{FF2B5EF4-FFF2-40B4-BE49-F238E27FC236}">
                    <a16:creationId xmlns:a16="http://schemas.microsoft.com/office/drawing/2014/main" id="{103DA4BC-2BEF-2325-E1A0-AFBB46E9955F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oogle Shape;695;p13">
              <a:extLst>
                <a:ext uri="{FF2B5EF4-FFF2-40B4-BE49-F238E27FC236}">
                  <a16:creationId xmlns:a16="http://schemas.microsoft.com/office/drawing/2014/main" id="{D0C0A2FB-D31F-16DC-4EEF-82C4EA369D27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11" name="Google Shape;696;p13">
                <a:extLst>
                  <a:ext uri="{FF2B5EF4-FFF2-40B4-BE49-F238E27FC236}">
                    <a16:creationId xmlns:a16="http://schemas.microsoft.com/office/drawing/2014/main" id="{AC2FB8B9-8666-D236-F2E5-14F6F5A5A591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697;p13">
                <a:extLst>
                  <a:ext uri="{FF2B5EF4-FFF2-40B4-BE49-F238E27FC236}">
                    <a16:creationId xmlns:a16="http://schemas.microsoft.com/office/drawing/2014/main" id="{3118BDD2-1024-B4AC-72D8-C9866F4572B3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oogle Shape;698;p13">
              <a:extLst>
                <a:ext uri="{FF2B5EF4-FFF2-40B4-BE49-F238E27FC236}">
                  <a16:creationId xmlns:a16="http://schemas.microsoft.com/office/drawing/2014/main" id="{C55047C2-7F64-6C83-2734-668F4BFF8EE3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9" name="Google Shape;699;p13">
                <a:extLst>
                  <a:ext uri="{FF2B5EF4-FFF2-40B4-BE49-F238E27FC236}">
                    <a16:creationId xmlns:a16="http://schemas.microsoft.com/office/drawing/2014/main" id="{C50B2F63-7422-FECC-C1E7-720E34C12E66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700;p13">
                <a:extLst>
                  <a:ext uri="{FF2B5EF4-FFF2-40B4-BE49-F238E27FC236}">
                    <a16:creationId xmlns:a16="http://schemas.microsoft.com/office/drawing/2014/main" id="{27A0102F-D631-00A7-AD30-DBB1F2EE5FD3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" name="Google Shape;703;p13">
              <a:extLst>
                <a:ext uri="{FF2B5EF4-FFF2-40B4-BE49-F238E27FC236}">
                  <a16:creationId xmlns:a16="http://schemas.microsoft.com/office/drawing/2014/main" id="{0662D410-A68B-555D-7FFF-CCDDD8AB6083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6966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C81F9-B9E7-766A-CAEB-B82A22D63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>
            <a:extLst>
              <a:ext uri="{FF2B5EF4-FFF2-40B4-BE49-F238E27FC236}">
                <a16:creationId xmlns:a16="http://schemas.microsoft.com/office/drawing/2014/main" id="{9E45D477-D17F-61F2-7C5F-DB22C00480AD}"/>
              </a:ext>
            </a:extLst>
          </p:cNvPr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>
              <a:extLst>
                <a:ext uri="{FF2B5EF4-FFF2-40B4-BE49-F238E27FC236}">
                  <a16:creationId xmlns:a16="http://schemas.microsoft.com/office/drawing/2014/main" id="{75252164-CCB1-5432-B8D9-B237E18C341F}"/>
                </a:ext>
              </a:extLst>
            </p:cNvPr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>
              <a:extLst>
                <a:ext uri="{FF2B5EF4-FFF2-40B4-BE49-F238E27FC236}">
                  <a16:creationId xmlns:a16="http://schemas.microsoft.com/office/drawing/2014/main" id="{E264FFCA-A374-28C9-22FA-C0AB4F625385}"/>
                </a:ext>
              </a:extLst>
            </p:cNvPr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>
            <a:extLst>
              <a:ext uri="{FF2B5EF4-FFF2-40B4-BE49-F238E27FC236}">
                <a16:creationId xmlns:a16="http://schemas.microsoft.com/office/drawing/2014/main" id="{91989A58-26DA-6A71-4FE5-D79BA7F2D7BB}"/>
              </a:ext>
            </a:extLst>
          </p:cNvPr>
          <p:cNvGrpSpPr/>
          <p:nvPr/>
        </p:nvGrpSpPr>
        <p:grpSpPr>
          <a:xfrm>
            <a:off x="1138320" y="2129400"/>
            <a:ext cx="2065320" cy="1436760"/>
            <a:chOff x="1138320" y="2129400"/>
            <a:chExt cx="2065320" cy="1436760"/>
          </a:xfrm>
        </p:grpSpPr>
        <p:sp>
          <p:nvSpPr>
            <p:cNvPr id="287" name="Google Shape;633;p13">
              <a:extLst>
                <a:ext uri="{FF2B5EF4-FFF2-40B4-BE49-F238E27FC236}">
                  <a16:creationId xmlns:a16="http://schemas.microsoft.com/office/drawing/2014/main" id="{7B683707-D924-3E49-2DFD-9FB15EE4BB01}"/>
                </a:ext>
              </a:extLst>
            </p:cNvPr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>
              <a:extLst>
                <a:ext uri="{FF2B5EF4-FFF2-40B4-BE49-F238E27FC236}">
                  <a16:creationId xmlns:a16="http://schemas.microsoft.com/office/drawing/2014/main" id="{43B891DE-31E0-C530-DEAA-3B10D19309E9}"/>
                </a:ext>
              </a:extLst>
            </p:cNvPr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>
            <a:extLst>
              <a:ext uri="{FF2B5EF4-FFF2-40B4-BE49-F238E27FC236}">
                <a16:creationId xmlns:a16="http://schemas.microsoft.com/office/drawing/2014/main" id="{B8DFEC30-BF8A-96AF-1F07-34E2231BD898}"/>
              </a:ext>
            </a:extLst>
          </p:cNvPr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>
              <a:extLst>
                <a:ext uri="{FF2B5EF4-FFF2-40B4-BE49-F238E27FC236}">
                  <a16:creationId xmlns:a16="http://schemas.microsoft.com/office/drawing/2014/main" id="{B6F6A779-7576-DD58-7A1B-A18AF5D15060}"/>
                </a:ext>
              </a:extLst>
            </p:cNvPr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>
                <a:extLst>
                  <a:ext uri="{FF2B5EF4-FFF2-40B4-BE49-F238E27FC236}">
                    <a16:creationId xmlns:a16="http://schemas.microsoft.com/office/drawing/2014/main" id="{21FD8855-4218-8289-08BA-AB187BAFBF28}"/>
                  </a:ext>
                </a:extLst>
              </p:cNvPr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>
                <a:extLst>
                  <a:ext uri="{FF2B5EF4-FFF2-40B4-BE49-F238E27FC236}">
                    <a16:creationId xmlns:a16="http://schemas.microsoft.com/office/drawing/2014/main" id="{2FDBAD3B-8A69-4B39-5E1D-5767B935A7E6}"/>
                  </a:ext>
                </a:extLst>
              </p:cNvPr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>
              <a:extLst>
                <a:ext uri="{FF2B5EF4-FFF2-40B4-BE49-F238E27FC236}">
                  <a16:creationId xmlns:a16="http://schemas.microsoft.com/office/drawing/2014/main" id="{E231852C-005D-C534-0C31-68E9D040DD50}"/>
                </a:ext>
              </a:extLst>
            </p:cNvPr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>
                <a:extLst>
                  <a:ext uri="{FF2B5EF4-FFF2-40B4-BE49-F238E27FC236}">
                    <a16:creationId xmlns:a16="http://schemas.microsoft.com/office/drawing/2014/main" id="{98D8B022-6295-F553-408A-B51DFC0E0020}"/>
                  </a:ext>
                </a:extLst>
              </p:cNvPr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>
                <a:extLst>
                  <a:ext uri="{FF2B5EF4-FFF2-40B4-BE49-F238E27FC236}">
                    <a16:creationId xmlns:a16="http://schemas.microsoft.com/office/drawing/2014/main" id="{221E9B56-B1BF-8A4A-B538-12CC41A38CEB}"/>
                  </a:ext>
                </a:extLst>
              </p:cNvPr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>
              <a:extLst>
                <a:ext uri="{FF2B5EF4-FFF2-40B4-BE49-F238E27FC236}">
                  <a16:creationId xmlns:a16="http://schemas.microsoft.com/office/drawing/2014/main" id="{FA3ECE17-6043-F628-DBD4-94CD6A4FB689}"/>
                </a:ext>
              </a:extLst>
            </p:cNvPr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>
                <a:extLst>
                  <a:ext uri="{FF2B5EF4-FFF2-40B4-BE49-F238E27FC236}">
                    <a16:creationId xmlns:a16="http://schemas.microsoft.com/office/drawing/2014/main" id="{593382F1-BA15-4C23-3924-08A75C7269C7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>
                <a:extLst>
                  <a:ext uri="{FF2B5EF4-FFF2-40B4-BE49-F238E27FC236}">
                    <a16:creationId xmlns:a16="http://schemas.microsoft.com/office/drawing/2014/main" id="{2A5A9C4F-6070-1001-865D-5E9BF65B3F3F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>
              <a:extLst>
                <a:ext uri="{FF2B5EF4-FFF2-40B4-BE49-F238E27FC236}">
                  <a16:creationId xmlns:a16="http://schemas.microsoft.com/office/drawing/2014/main" id="{700E898E-12A6-7FE3-55A2-39880752280C}"/>
                </a:ext>
              </a:extLst>
            </p:cNvPr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>
                <a:extLst>
                  <a:ext uri="{FF2B5EF4-FFF2-40B4-BE49-F238E27FC236}">
                    <a16:creationId xmlns:a16="http://schemas.microsoft.com/office/drawing/2014/main" id="{7B0B0DE0-1DEC-9CFD-03F2-E9824E9FC416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>
                <a:extLst>
                  <a:ext uri="{FF2B5EF4-FFF2-40B4-BE49-F238E27FC236}">
                    <a16:creationId xmlns:a16="http://schemas.microsoft.com/office/drawing/2014/main" id="{D33A0479-032D-31BF-076B-34760289B566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>
              <a:extLst>
                <a:ext uri="{FF2B5EF4-FFF2-40B4-BE49-F238E27FC236}">
                  <a16:creationId xmlns:a16="http://schemas.microsoft.com/office/drawing/2014/main" id="{47DF077F-AC6C-0A0A-5BD6-B39F221632F8}"/>
                </a:ext>
              </a:extLst>
            </p:cNvPr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>
                <a:extLst>
                  <a:ext uri="{FF2B5EF4-FFF2-40B4-BE49-F238E27FC236}">
                    <a16:creationId xmlns:a16="http://schemas.microsoft.com/office/drawing/2014/main" id="{44829E10-5863-6F19-832A-252C22D69107}"/>
                  </a:ext>
                </a:extLst>
              </p:cNvPr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>
                <a:extLst>
                  <a:ext uri="{FF2B5EF4-FFF2-40B4-BE49-F238E27FC236}">
                    <a16:creationId xmlns:a16="http://schemas.microsoft.com/office/drawing/2014/main" id="{B6B43383-4CEA-5EC1-1167-8465E08C60B4}"/>
                  </a:ext>
                </a:extLst>
              </p:cNvPr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>
              <a:extLst>
                <a:ext uri="{FF2B5EF4-FFF2-40B4-BE49-F238E27FC236}">
                  <a16:creationId xmlns:a16="http://schemas.microsoft.com/office/drawing/2014/main" id="{A0479286-6DBB-CBBA-41F6-CE2F97FB0496}"/>
                </a:ext>
              </a:extLst>
            </p:cNvPr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>
                <a:extLst>
                  <a:ext uri="{FF2B5EF4-FFF2-40B4-BE49-F238E27FC236}">
                    <a16:creationId xmlns:a16="http://schemas.microsoft.com/office/drawing/2014/main" id="{77664C79-A311-F9D2-4182-3DD526E31C69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>
                <a:extLst>
                  <a:ext uri="{FF2B5EF4-FFF2-40B4-BE49-F238E27FC236}">
                    <a16:creationId xmlns:a16="http://schemas.microsoft.com/office/drawing/2014/main" id="{CB5D725C-E947-6C6D-BFDE-9A71C5BAC470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>
              <a:extLst>
                <a:ext uri="{FF2B5EF4-FFF2-40B4-BE49-F238E27FC236}">
                  <a16:creationId xmlns:a16="http://schemas.microsoft.com/office/drawing/2014/main" id="{4EB04FE0-857C-DF29-50B1-0680ACB48157}"/>
                </a:ext>
              </a:extLst>
            </p:cNvPr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>
                <a:extLst>
                  <a:ext uri="{FF2B5EF4-FFF2-40B4-BE49-F238E27FC236}">
                    <a16:creationId xmlns:a16="http://schemas.microsoft.com/office/drawing/2014/main" id="{55340101-44F5-7AB0-E20F-C1979DA42DE3}"/>
                  </a:ext>
                </a:extLst>
              </p:cNvPr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>
                <a:extLst>
                  <a:ext uri="{FF2B5EF4-FFF2-40B4-BE49-F238E27FC236}">
                    <a16:creationId xmlns:a16="http://schemas.microsoft.com/office/drawing/2014/main" id="{F1F57EDC-9AE1-ACAB-4E53-A9A284615D6F}"/>
                  </a:ext>
                </a:extLst>
              </p:cNvPr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>
              <a:extLst>
                <a:ext uri="{FF2B5EF4-FFF2-40B4-BE49-F238E27FC236}">
                  <a16:creationId xmlns:a16="http://schemas.microsoft.com/office/drawing/2014/main" id="{57DD845A-78B5-2541-A172-F2D8CA9DF767}"/>
                </a:ext>
              </a:extLst>
            </p:cNvPr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>
                <a:extLst>
                  <a:ext uri="{FF2B5EF4-FFF2-40B4-BE49-F238E27FC236}">
                    <a16:creationId xmlns:a16="http://schemas.microsoft.com/office/drawing/2014/main" id="{EA29E49F-697E-CD34-5A78-4DF36D70B106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>
                <a:extLst>
                  <a:ext uri="{FF2B5EF4-FFF2-40B4-BE49-F238E27FC236}">
                    <a16:creationId xmlns:a16="http://schemas.microsoft.com/office/drawing/2014/main" id="{ED5BB100-49D7-2023-EC11-E762104EB941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>
              <a:extLst>
                <a:ext uri="{FF2B5EF4-FFF2-40B4-BE49-F238E27FC236}">
                  <a16:creationId xmlns:a16="http://schemas.microsoft.com/office/drawing/2014/main" id="{3305C484-D193-B007-56BE-CF6C00909A4A}"/>
                </a:ext>
              </a:extLst>
            </p:cNvPr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>
                <a:extLst>
                  <a:ext uri="{FF2B5EF4-FFF2-40B4-BE49-F238E27FC236}">
                    <a16:creationId xmlns:a16="http://schemas.microsoft.com/office/drawing/2014/main" id="{D3F125E4-739B-89FC-8BF3-158EEA78F364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>
                <a:extLst>
                  <a:ext uri="{FF2B5EF4-FFF2-40B4-BE49-F238E27FC236}">
                    <a16:creationId xmlns:a16="http://schemas.microsoft.com/office/drawing/2014/main" id="{D17BA6C1-F39C-4E7A-A5B0-8EA123DBC4AE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>
            <a:extLst>
              <a:ext uri="{FF2B5EF4-FFF2-40B4-BE49-F238E27FC236}">
                <a16:creationId xmlns:a16="http://schemas.microsoft.com/office/drawing/2014/main" id="{F0DE499E-EE02-FE20-CEB0-C89F052F267C}"/>
              </a:ext>
            </a:extLst>
          </p:cNvPr>
          <p:cNvSpPr/>
          <p:nvPr/>
        </p:nvSpPr>
        <p:spPr>
          <a:xfrm>
            <a:off x="3657600" y="2392560"/>
            <a:ext cx="949428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WHAT IS Odoo?....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360" name="Google Shape;706;p13">
            <a:extLst>
              <a:ext uri="{FF2B5EF4-FFF2-40B4-BE49-F238E27FC236}">
                <a16:creationId xmlns:a16="http://schemas.microsoft.com/office/drawing/2014/main" id="{D69E7099-45CE-19A9-3F52-D2C7BBF0464A}"/>
              </a:ext>
            </a:extLst>
          </p:cNvPr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04</a:t>
            </a:r>
            <a:endParaRPr lang="en-US" sz="7870" b="0" strike="noStrike" spc="-1" dirty="0">
              <a:latin typeface="Arial"/>
            </a:endParaRPr>
          </a:p>
        </p:txBody>
      </p:sp>
      <p:sp>
        <p:nvSpPr>
          <p:cNvPr id="361" name="Google Shape;707;p13">
            <a:extLst>
              <a:ext uri="{FF2B5EF4-FFF2-40B4-BE49-F238E27FC236}">
                <a16:creationId xmlns:a16="http://schemas.microsoft.com/office/drawing/2014/main" id="{13716E4C-DB2D-37D5-71AE-07467DF5888B}"/>
              </a:ext>
            </a:extLst>
          </p:cNvPr>
          <p:cNvSpPr/>
          <p:nvPr/>
        </p:nvSpPr>
        <p:spPr>
          <a:xfrm>
            <a:off x="1194435" y="4285615"/>
            <a:ext cx="11811635" cy="231454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457200" indent="-45720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r>
              <a:rPr lang="en-US" sz="3200" dirty="0"/>
              <a:t> Is A Development Framework</a:t>
            </a:r>
          </a:p>
          <a:p>
            <a:pPr marL="571500" indent="-571500">
              <a:lnSpc>
                <a:spcPct val="94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600" dirty="0"/>
              <a:t>Built on Python + XML + JS</a:t>
            </a:r>
          </a:p>
          <a:p>
            <a:pPr marL="571500" indent="-571500">
              <a:lnSpc>
                <a:spcPct val="94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600" dirty="0"/>
              <a:t>A Unified Database</a:t>
            </a:r>
          </a:p>
          <a:p>
            <a:pPr marL="571500" indent="-571500">
              <a:lnSpc>
                <a:spcPct val="94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600" dirty="0"/>
              <a:t>Every app shares </a:t>
            </a:r>
            <a:r>
              <a:rPr lang="en-US" sz="3600" b="1" dirty="0"/>
              <a:t>one data model</a:t>
            </a:r>
            <a:endParaRPr lang="en-US" sz="3600" b="0" strike="noStrike" spc="-1" dirty="0">
              <a:latin typeface="Arial"/>
            </a:endParaRPr>
          </a:p>
          <a:p>
            <a:pPr marL="285750" indent="-28575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endParaRPr lang="en-US" sz="2000" b="0" strike="noStrike" spc="-1" dirty="0">
              <a:latin typeface="Arial"/>
            </a:endParaRPr>
          </a:p>
        </p:txBody>
      </p:sp>
      <p:grpSp>
        <p:nvGrpSpPr>
          <p:cNvPr id="4" name="Google Shape;691;p13">
            <a:extLst>
              <a:ext uri="{FF2B5EF4-FFF2-40B4-BE49-F238E27FC236}">
                <a16:creationId xmlns:a16="http://schemas.microsoft.com/office/drawing/2014/main" id="{45B78B1A-9784-D3F4-6123-B00425682C0E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5" name="Google Shape;692;p13">
              <a:extLst>
                <a:ext uri="{FF2B5EF4-FFF2-40B4-BE49-F238E27FC236}">
                  <a16:creationId xmlns:a16="http://schemas.microsoft.com/office/drawing/2014/main" id="{34EAC698-E0EF-250C-A58E-CA7ED7E0BD93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3" name="Google Shape;693;p13">
                <a:extLst>
                  <a:ext uri="{FF2B5EF4-FFF2-40B4-BE49-F238E27FC236}">
                    <a16:creationId xmlns:a16="http://schemas.microsoft.com/office/drawing/2014/main" id="{65684994-0BE2-CD37-E1A7-90CE0A5AA370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Google Shape;694;p13">
                <a:extLst>
                  <a:ext uri="{FF2B5EF4-FFF2-40B4-BE49-F238E27FC236}">
                    <a16:creationId xmlns:a16="http://schemas.microsoft.com/office/drawing/2014/main" id="{8F536264-C4E5-F030-4179-7F10F003C252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oogle Shape;695;p13">
              <a:extLst>
                <a:ext uri="{FF2B5EF4-FFF2-40B4-BE49-F238E27FC236}">
                  <a16:creationId xmlns:a16="http://schemas.microsoft.com/office/drawing/2014/main" id="{4B29D515-E753-E523-DCEA-EAB159C75525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11" name="Google Shape;696;p13">
                <a:extLst>
                  <a:ext uri="{FF2B5EF4-FFF2-40B4-BE49-F238E27FC236}">
                    <a16:creationId xmlns:a16="http://schemas.microsoft.com/office/drawing/2014/main" id="{B9F297F6-06EC-37B9-3BBE-91C82A4892DB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697;p13">
                <a:extLst>
                  <a:ext uri="{FF2B5EF4-FFF2-40B4-BE49-F238E27FC236}">
                    <a16:creationId xmlns:a16="http://schemas.microsoft.com/office/drawing/2014/main" id="{44E10559-0DB7-E78B-8035-25BDBD05778D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oogle Shape;698;p13">
              <a:extLst>
                <a:ext uri="{FF2B5EF4-FFF2-40B4-BE49-F238E27FC236}">
                  <a16:creationId xmlns:a16="http://schemas.microsoft.com/office/drawing/2014/main" id="{12A01218-845C-BDB5-0B5C-B657B5231913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9" name="Google Shape;699;p13">
                <a:extLst>
                  <a:ext uri="{FF2B5EF4-FFF2-40B4-BE49-F238E27FC236}">
                    <a16:creationId xmlns:a16="http://schemas.microsoft.com/office/drawing/2014/main" id="{6628C1F1-19F7-DDF7-2DC3-D6CD1BFD7EEB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700;p13">
                <a:extLst>
                  <a:ext uri="{FF2B5EF4-FFF2-40B4-BE49-F238E27FC236}">
                    <a16:creationId xmlns:a16="http://schemas.microsoft.com/office/drawing/2014/main" id="{1098D85A-90C5-4EE2-7F5F-32380C94899C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" name="Google Shape;703;p13">
              <a:extLst>
                <a:ext uri="{FF2B5EF4-FFF2-40B4-BE49-F238E27FC236}">
                  <a16:creationId xmlns:a16="http://schemas.microsoft.com/office/drawing/2014/main" id="{9964E363-F8AB-4C55-26A4-EA870BEEB712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7950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069BA-23DE-76BD-9EF9-662F60333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>
            <a:extLst>
              <a:ext uri="{FF2B5EF4-FFF2-40B4-BE49-F238E27FC236}">
                <a16:creationId xmlns:a16="http://schemas.microsoft.com/office/drawing/2014/main" id="{4FB0E9CE-F9BE-5626-0015-1B30024E716E}"/>
              </a:ext>
            </a:extLst>
          </p:cNvPr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>
              <a:extLst>
                <a:ext uri="{FF2B5EF4-FFF2-40B4-BE49-F238E27FC236}">
                  <a16:creationId xmlns:a16="http://schemas.microsoft.com/office/drawing/2014/main" id="{BB528285-04BA-F443-AD0C-00FE7B454254}"/>
                </a:ext>
              </a:extLst>
            </p:cNvPr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>
              <a:extLst>
                <a:ext uri="{FF2B5EF4-FFF2-40B4-BE49-F238E27FC236}">
                  <a16:creationId xmlns:a16="http://schemas.microsoft.com/office/drawing/2014/main" id="{7F6083F3-AD18-1773-4A3B-0C2C4B47105F}"/>
                </a:ext>
              </a:extLst>
            </p:cNvPr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>
            <a:extLst>
              <a:ext uri="{FF2B5EF4-FFF2-40B4-BE49-F238E27FC236}">
                <a16:creationId xmlns:a16="http://schemas.microsoft.com/office/drawing/2014/main" id="{EE63E52F-FAE1-EECE-57B3-81B41AD3DD04}"/>
              </a:ext>
            </a:extLst>
          </p:cNvPr>
          <p:cNvGrpSpPr/>
          <p:nvPr/>
        </p:nvGrpSpPr>
        <p:grpSpPr>
          <a:xfrm>
            <a:off x="1138320" y="2129400"/>
            <a:ext cx="2065320" cy="1436760"/>
            <a:chOff x="1138320" y="2129400"/>
            <a:chExt cx="2065320" cy="1436760"/>
          </a:xfrm>
        </p:grpSpPr>
        <p:sp>
          <p:nvSpPr>
            <p:cNvPr id="287" name="Google Shape;633;p13">
              <a:extLst>
                <a:ext uri="{FF2B5EF4-FFF2-40B4-BE49-F238E27FC236}">
                  <a16:creationId xmlns:a16="http://schemas.microsoft.com/office/drawing/2014/main" id="{C6272536-85D3-E8F9-F4EB-03FA71B18091}"/>
                </a:ext>
              </a:extLst>
            </p:cNvPr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>
              <a:extLst>
                <a:ext uri="{FF2B5EF4-FFF2-40B4-BE49-F238E27FC236}">
                  <a16:creationId xmlns:a16="http://schemas.microsoft.com/office/drawing/2014/main" id="{FCA71D2A-1550-D924-CC9D-FFF0462B209C}"/>
                </a:ext>
              </a:extLst>
            </p:cNvPr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>
            <a:extLst>
              <a:ext uri="{FF2B5EF4-FFF2-40B4-BE49-F238E27FC236}">
                <a16:creationId xmlns:a16="http://schemas.microsoft.com/office/drawing/2014/main" id="{0B06B8E9-40E5-030B-D394-F2DCE8F12C18}"/>
              </a:ext>
            </a:extLst>
          </p:cNvPr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>
              <a:extLst>
                <a:ext uri="{FF2B5EF4-FFF2-40B4-BE49-F238E27FC236}">
                  <a16:creationId xmlns:a16="http://schemas.microsoft.com/office/drawing/2014/main" id="{E4CF1E02-850C-A892-2424-D54CF4DB8DF9}"/>
                </a:ext>
              </a:extLst>
            </p:cNvPr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>
                <a:extLst>
                  <a:ext uri="{FF2B5EF4-FFF2-40B4-BE49-F238E27FC236}">
                    <a16:creationId xmlns:a16="http://schemas.microsoft.com/office/drawing/2014/main" id="{F574F25D-7CEF-082B-CAA1-BA986D6E934B}"/>
                  </a:ext>
                </a:extLst>
              </p:cNvPr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>
                <a:extLst>
                  <a:ext uri="{FF2B5EF4-FFF2-40B4-BE49-F238E27FC236}">
                    <a16:creationId xmlns:a16="http://schemas.microsoft.com/office/drawing/2014/main" id="{F90FFF0F-3055-128F-ED47-4CE61ACE5A5E}"/>
                  </a:ext>
                </a:extLst>
              </p:cNvPr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>
              <a:extLst>
                <a:ext uri="{FF2B5EF4-FFF2-40B4-BE49-F238E27FC236}">
                  <a16:creationId xmlns:a16="http://schemas.microsoft.com/office/drawing/2014/main" id="{95671F3F-4190-AEBC-B240-E8E8775BA35A}"/>
                </a:ext>
              </a:extLst>
            </p:cNvPr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>
                <a:extLst>
                  <a:ext uri="{FF2B5EF4-FFF2-40B4-BE49-F238E27FC236}">
                    <a16:creationId xmlns:a16="http://schemas.microsoft.com/office/drawing/2014/main" id="{D5EB2E33-2B19-9AB1-8836-D57B969C07C2}"/>
                  </a:ext>
                </a:extLst>
              </p:cNvPr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>
                <a:extLst>
                  <a:ext uri="{FF2B5EF4-FFF2-40B4-BE49-F238E27FC236}">
                    <a16:creationId xmlns:a16="http://schemas.microsoft.com/office/drawing/2014/main" id="{3788074A-7105-6B11-E5BA-B55151B64965}"/>
                  </a:ext>
                </a:extLst>
              </p:cNvPr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>
              <a:extLst>
                <a:ext uri="{FF2B5EF4-FFF2-40B4-BE49-F238E27FC236}">
                  <a16:creationId xmlns:a16="http://schemas.microsoft.com/office/drawing/2014/main" id="{B8D54448-E2EA-B835-659D-651B7B6D4F6D}"/>
                </a:ext>
              </a:extLst>
            </p:cNvPr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>
                <a:extLst>
                  <a:ext uri="{FF2B5EF4-FFF2-40B4-BE49-F238E27FC236}">
                    <a16:creationId xmlns:a16="http://schemas.microsoft.com/office/drawing/2014/main" id="{581514A0-E79C-E996-24AA-0BFB1769DB27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>
                <a:extLst>
                  <a:ext uri="{FF2B5EF4-FFF2-40B4-BE49-F238E27FC236}">
                    <a16:creationId xmlns:a16="http://schemas.microsoft.com/office/drawing/2014/main" id="{2DC13F78-EDAD-1E11-1B98-55BB7A33C87A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>
              <a:extLst>
                <a:ext uri="{FF2B5EF4-FFF2-40B4-BE49-F238E27FC236}">
                  <a16:creationId xmlns:a16="http://schemas.microsoft.com/office/drawing/2014/main" id="{B6F750AA-C92D-F0C6-B011-21532E130EC2}"/>
                </a:ext>
              </a:extLst>
            </p:cNvPr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>
                <a:extLst>
                  <a:ext uri="{FF2B5EF4-FFF2-40B4-BE49-F238E27FC236}">
                    <a16:creationId xmlns:a16="http://schemas.microsoft.com/office/drawing/2014/main" id="{93C24B4B-2B43-ACBC-47B3-E4ACEC19A85C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>
                <a:extLst>
                  <a:ext uri="{FF2B5EF4-FFF2-40B4-BE49-F238E27FC236}">
                    <a16:creationId xmlns:a16="http://schemas.microsoft.com/office/drawing/2014/main" id="{9EB92A8F-AC69-BC52-36DC-1D22C25BAF7F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>
              <a:extLst>
                <a:ext uri="{FF2B5EF4-FFF2-40B4-BE49-F238E27FC236}">
                  <a16:creationId xmlns:a16="http://schemas.microsoft.com/office/drawing/2014/main" id="{68140BB9-796B-4038-74D2-77B41AEB96C7}"/>
                </a:ext>
              </a:extLst>
            </p:cNvPr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>
                <a:extLst>
                  <a:ext uri="{FF2B5EF4-FFF2-40B4-BE49-F238E27FC236}">
                    <a16:creationId xmlns:a16="http://schemas.microsoft.com/office/drawing/2014/main" id="{5C1F1E90-EE59-5057-3C32-A185B0F2FE62}"/>
                  </a:ext>
                </a:extLst>
              </p:cNvPr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>
                <a:extLst>
                  <a:ext uri="{FF2B5EF4-FFF2-40B4-BE49-F238E27FC236}">
                    <a16:creationId xmlns:a16="http://schemas.microsoft.com/office/drawing/2014/main" id="{EED416E6-32CC-6E99-25DB-1D96C988776A}"/>
                  </a:ext>
                </a:extLst>
              </p:cNvPr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>
              <a:extLst>
                <a:ext uri="{FF2B5EF4-FFF2-40B4-BE49-F238E27FC236}">
                  <a16:creationId xmlns:a16="http://schemas.microsoft.com/office/drawing/2014/main" id="{9FA025A6-F1F8-31D5-97AA-6EBB86992AD7}"/>
                </a:ext>
              </a:extLst>
            </p:cNvPr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>
                <a:extLst>
                  <a:ext uri="{FF2B5EF4-FFF2-40B4-BE49-F238E27FC236}">
                    <a16:creationId xmlns:a16="http://schemas.microsoft.com/office/drawing/2014/main" id="{645A2278-5C03-E189-2E49-E6E1C35B5E8A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>
                <a:extLst>
                  <a:ext uri="{FF2B5EF4-FFF2-40B4-BE49-F238E27FC236}">
                    <a16:creationId xmlns:a16="http://schemas.microsoft.com/office/drawing/2014/main" id="{213EA885-F669-7FF6-F224-47089AF8B53B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>
              <a:extLst>
                <a:ext uri="{FF2B5EF4-FFF2-40B4-BE49-F238E27FC236}">
                  <a16:creationId xmlns:a16="http://schemas.microsoft.com/office/drawing/2014/main" id="{B1A1B5BE-DCA2-B7C0-9102-66460B575F40}"/>
                </a:ext>
              </a:extLst>
            </p:cNvPr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>
                <a:extLst>
                  <a:ext uri="{FF2B5EF4-FFF2-40B4-BE49-F238E27FC236}">
                    <a16:creationId xmlns:a16="http://schemas.microsoft.com/office/drawing/2014/main" id="{38725C5F-08C5-B10F-A34D-70DD5A717D74}"/>
                  </a:ext>
                </a:extLst>
              </p:cNvPr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>
                <a:extLst>
                  <a:ext uri="{FF2B5EF4-FFF2-40B4-BE49-F238E27FC236}">
                    <a16:creationId xmlns:a16="http://schemas.microsoft.com/office/drawing/2014/main" id="{3A37C356-1561-F291-8C50-99AEA5DA3D2E}"/>
                  </a:ext>
                </a:extLst>
              </p:cNvPr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>
              <a:extLst>
                <a:ext uri="{FF2B5EF4-FFF2-40B4-BE49-F238E27FC236}">
                  <a16:creationId xmlns:a16="http://schemas.microsoft.com/office/drawing/2014/main" id="{0286C2F1-3CEC-D6CF-BAB3-03B76291824B}"/>
                </a:ext>
              </a:extLst>
            </p:cNvPr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>
                <a:extLst>
                  <a:ext uri="{FF2B5EF4-FFF2-40B4-BE49-F238E27FC236}">
                    <a16:creationId xmlns:a16="http://schemas.microsoft.com/office/drawing/2014/main" id="{362EF852-A6D3-8F2C-AE13-67DF205B0042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>
                <a:extLst>
                  <a:ext uri="{FF2B5EF4-FFF2-40B4-BE49-F238E27FC236}">
                    <a16:creationId xmlns:a16="http://schemas.microsoft.com/office/drawing/2014/main" id="{CA233589-8CFC-2C54-A3FB-B1E9249277EA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>
              <a:extLst>
                <a:ext uri="{FF2B5EF4-FFF2-40B4-BE49-F238E27FC236}">
                  <a16:creationId xmlns:a16="http://schemas.microsoft.com/office/drawing/2014/main" id="{E45BBA34-4E74-F6D6-CDEA-38B7C520671A}"/>
                </a:ext>
              </a:extLst>
            </p:cNvPr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>
                <a:extLst>
                  <a:ext uri="{FF2B5EF4-FFF2-40B4-BE49-F238E27FC236}">
                    <a16:creationId xmlns:a16="http://schemas.microsoft.com/office/drawing/2014/main" id="{59D3CDF5-BB4F-C64C-613A-4F2ECF67B597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>
                <a:extLst>
                  <a:ext uri="{FF2B5EF4-FFF2-40B4-BE49-F238E27FC236}">
                    <a16:creationId xmlns:a16="http://schemas.microsoft.com/office/drawing/2014/main" id="{C57EBC65-C0BE-982D-2AAE-276CEA3E9CA0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>
            <a:extLst>
              <a:ext uri="{FF2B5EF4-FFF2-40B4-BE49-F238E27FC236}">
                <a16:creationId xmlns:a16="http://schemas.microsoft.com/office/drawing/2014/main" id="{9CBF1CBA-B6FC-00A2-D97E-5D9FE91884CE}"/>
              </a:ext>
            </a:extLst>
          </p:cNvPr>
          <p:cNvSpPr/>
          <p:nvPr/>
        </p:nvSpPr>
        <p:spPr>
          <a:xfrm>
            <a:off x="3657600" y="2392560"/>
            <a:ext cx="949428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WHAT IS Odoo?....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360" name="Google Shape;706;p13">
            <a:extLst>
              <a:ext uri="{FF2B5EF4-FFF2-40B4-BE49-F238E27FC236}">
                <a16:creationId xmlns:a16="http://schemas.microsoft.com/office/drawing/2014/main" id="{51C5E900-BF34-9A9C-F6CB-F03F85CB9709}"/>
              </a:ext>
            </a:extLst>
          </p:cNvPr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05</a:t>
            </a:r>
            <a:endParaRPr lang="en-US" sz="7870" b="0" strike="noStrike" spc="-1" dirty="0">
              <a:latin typeface="Arial"/>
            </a:endParaRPr>
          </a:p>
        </p:txBody>
      </p:sp>
      <p:sp>
        <p:nvSpPr>
          <p:cNvPr id="361" name="Google Shape;707;p13">
            <a:extLst>
              <a:ext uri="{FF2B5EF4-FFF2-40B4-BE49-F238E27FC236}">
                <a16:creationId xmlns:a16="http://schemas.microsoft.com/office/drawing/2014/main" id="{1A04F93B-0555-F5FE-C351-8A6E82A671D4}"/>
              </a:ext>
            </a:extLst>
          </p:cNvPr>
          <p:cNvSpPr/>
          <p:nvPr/>
        </p:nvSpPr>
        <p:spPr>
          <a:xfrm>
            <a:off x="1194435" y="4285615"/>
            <a:ext cx="11811635" cy="202523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457200" indent="-45720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r>
              <a:rPr lang="en-US" sz="3200" dirty="0"/>
              <a:t> Is A Development Framework</a:t>
            </a:r>
          </a:p>
          <a:p>
            <a:pPr marL="571500" indent="-571500">
              <a:lnSpc>
                <a:spcPct val="94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600" dirty="0"/>
              <a:t>Built on Python + XML + JS+OWL</a:t>
            </a:r>
          </a:p>
          <a:p>
            <a:pPr marL="571500" indent="-571500">
              <a:lnSpc>
                <a:spcPct val="94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600" dirty="0"/>
              <a:t>A Unified Database</a:t>
            </a:r>
          </a:p>
          <a:p>
            <a:pPr marL="571500" indent="-571500">
              <a:lnSpc>
                <a:spcPct val="94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600" dirty="0"/>
              <a:t>Everything runs on a single unified database</a:t>
            </a:r>
            <a:endParaRPr lang="en-US" sz="2000" b="0" strike="noStrike" spc="-1" dirty="0">
              <a:latin typeface="Arial"/>
            </a:endParaRPr>
          </a:p>
        </p:txBody>
      </p:sp>
      <p:grpSp>
        <p:nvGrpSpPr>
          <p:cNvPr id="2" name="Google Shape;691;p13">
            <a:extLst>
              <a:ext uri="{FF2B5EF4-FFF2-40B4-BE49-F238E27FC236}">
                <a16:creationId xmlns:a16="http://schemas.microsoft.com/office/drawing/2014/main" id="{E6700ACA-6EC5-1907-685F-522FBB67BBE5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3" name="Google Shape;692;p13">
              <a:extLst>
                <a:ext uri="{FF2B5EF4-FFF2-40B4-BE49-F238E27FC236}">
                  <a16:creationId xmlns:a16="http://schemas.microsoft.com/office/drawing/2014/main" id="{5F8DA79A-5D81-D2C1-456B-610292DEC0A6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1" name="Google Shape;693;p13">
                <a:extLst>
                  <a:ext uri="{FF2B5EF4-FFF2-40B4-BE49-F238E27FC236}">
                    <a16:creationId xmlns:a16="http://schemas.microsoft.com/office/drawing/2014/main" id="{4F887965-6919-028A-9E76-7AFC6EBCE204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694;p13">
                <a:extLst>
                  <a:ext uri="{FF2B5EF4-FFF2-40B4-BE49-F238E27FC236}">
                    <a16:creationId xmlns:a16="http://schemas.microsoft.com/office/drawing/2014/main" id="{5357E778-5F77-A025-0350-6C1324CAB96C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oogle Shape;695;p13">
              <a:extLst>
                <a:ext uri="{FF2B5EF4-FFF2-40B4-BE49-F238E27FC236}">
                  <a16:creationId xmlns:a16="http://schemas.microsoft.com/office/drawing/2014/main" id="{DB5EE8AF-C49B-1C78-502F-5D5EEA9878E9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9" name="Google Shape;696;p13">
                <a:extLst>
                  <a:ext uri="{FF2B5EF4-FFF2-40B4-BE49-F238E27FC236}">
                    <a16:creationId xmlns:a16="http://schemas.microsoft.com/office/drawing/2014/main" id="{6D850EB7-B9BF-D206-9332-B31FF8809983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697;p13">
                <a:extLst>
                  <a:ext uri="{FF2B5EF4-FFF2-40B4-BE49-F238E27FC236}">
                    <a16:creationId xmlns:a16="http://schemas.microsoft.com/office/drawing/2014/main" id="{BC13ECE4-4E9F-450C-BB73-1EF9ECD59C08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oogle Shape;698;p13">
              <a:extLst>
                <a:ext uri="{FF2B5EF4-FFF2-40B4-BE49-F238E27FC236}">
                  <a16:creationId xmlns:a16="http://schemas.microsoft.com/office/drawing/2014/main" id="{F179882D-F6DB-35D1-C811-D0FC8382978F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7" name="Google Shape;699;p13">
                <a:extLst>
                  <a:ext uri="{FF2B5EF4-FFF2-40B4-BE49-F238E27FC236}">
                    <a16:creationId xmlns:a16="http://schemas.microsoft.com/office/drawing/2014/main" id="{1CE63E94-79A5-7D0F-2630-7D40026236AE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700;p13">
                <a:extLst>
                  <a:ext uri="{FF2B5EF4-FFF2-40B4-BE49-F238E27FC236}">
                    <a16:creationId xmlns:a16="http://schemas.microsoft.com/office/drawing/2014/main" id="{192152D9-624F-068F-6787-91FBE8F2219B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Google Shape;703;p13">
              <a:extLst>
                <a:ext uri="{FF2B5EF4-FFF2-40B4-BE49-F238E27FC236}">
                  <a16:creationId xmlns:a16="http://schemas.microsoft.com/office/drawing/2014/main" id="{2A701BF8-D9BE-58AA-41DF-4785FFB68E9C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71386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act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635"/>
            <a:ext cx="18289270" cy="1028636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u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20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C214C-3757-1B73-6C8F-4E996A74A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>
            <a:extLst>
              <a:ext uri="{FF2B5EF4-FFF2-40B4-BE49-F238E27FC236}">
                <a16:creationId xmlns:a16="http://schemas.microsoft.com/office/drawing/2014/main" id="{A67C35EA-722A-F127-D203-A8BAD45FD5E6}"/>
              </a:ext>
            </a:extLst>
          </p:cNvPr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>
              <a:extLst>
                <a:ext uri="{FF2B5EF4-FFF2-40B4-BE49-F238E27FC236}">
                  <a16:creationId xmlns:a16="http://schemas.microsoft.com/office/drawing/2014/main" id="{FFB85C16-EC64-DB03-C788-37D0B781D7F4}"/>
                </a:ext>
              </a:extLst>
            </p:cNvPr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>
              <a:extLst>
                <a:ext uri="{FF2B5EF4-FFF2-40B4-BE49-F238E27FC236}">
                  <a16:creationId xmlns:a16="http://schemas.microsoft.com/office/drawing/2014/main" id="{D3E4A0C1-6C2C-DB44-62EB-8BA1F0C34DC8}"/>
                </a:ext>
              </a:extLst>
            </p:cNvPr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>
            <a:extLst>
              <a:ext uri="{FF2B5EF4-FFF2-40B4-BE49-F238E27FC236}">
                <a16:creationId xmlns:a16="http://schemas.microsoft.com/office/drawing/2014/main" id="{AB12866E-0B15-5414-E0D5-833C9511ED45}"/>
              </a:ext>
            </a:extLst>
          </p:cNvPr>
          <p:cNvGrpSpPr/>
          <p:nvPr/>
        </p:nvGrpSpPr>
        <p:grpSpPr>
          <a:xfrm>
            <a:off x="1138320" y="2129400"/>
            <a:ext cx="2065320" cy="1436760"/>
            <a:chOff x="1138320" y="2129400"/>
            <a:chExt cx="2065320" cy="1436760"/>
          </a:xfrm>
        </p:grpSpPr>
        <p:sp>
          <p:nvSpPr>
            <p:cNvPr id="287" name="Google Shape;633;p13">
              <a:extLst>
                <a:ext uri="{FF2B5EF4-FFF2-40B4-BE49-F238E27FC236}">
                  <a16:creationId xmlns:a16="http://schemas.microsoft.com/office/drawing/2014/main" id="{33E36063-1FB1-F517-8469-6FD0EB22F122}"/>
                </a:ext>
              </a:extLst>
            </p:cNvPr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>
              <a:extLst>
                <a:ext uri="{FF2B5EF4-FFF2-40B4-BE49-F238E27FC236}">
                  <a16:creationId xmlns:a16="http://schemas.microsoft.com/office/drawing/2014/main" id="{CAF06CDA-EE6C-241F-3BBE-1C15607C535A}"/>
                </a:ext>
              </a:extLst>
            </p:cNvPr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>
            <a:extLst>
              <a:ext uri="{FF2B5EF4-FFF2-40B4-BE49-F238E27FC236}">
                <a16:creationId xmlns:a16="http://schemas.microsoft.com/office/drawing/2014/main" id="{CB5DF29B-DC27-DC87-EBB4-C16AD1E63C3D}"/>
              </a:ext>
            </a:extLst>
          </p:cNvPr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>
              <a:extLst>
                <a:ext uri="{FF2B5EF4-FFF2-40B4-BE49-F238E27FC236}">
                  <a16:creationId xmlns:a16="http://schemas.microsoft.com/office/drawing/2014/main" id="{0BD172A3-05BB-FEE9-2953-7A5D5F21D1E6}"/>
                </a:ext>
              </a:extLst>
            </p:cNvPr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>
                <a:extLst>
                  <a:ext uri="{FF2B5EF4-FFF2-40B4-BE49-F238E27FC236}">
                    <a16:creationId xmlns:a16="http://schemas.microsoft.com/office/drawing/2014/main" id="{19E4917C-40B2-EEE7-0649-FB613F3CE2A2}"/>
                  </a:ext>
                </a:extLst>
              </p:cNvPr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>
                <a:extLst>
                  <a:ext uri="{FF2B5EF4-FFF2-40B4-BE49-F238E27FC236}">
                    <a16:creationId xmlns:a16="http://schemas.microsoft.com/office/drawing/2014/main" id="{34DCE01F-E1C5-45FE-5898-3A1967472C52}"/>
                  </a:ext>
                </a:extLst>
              </p:cNvPr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>
              <a:extLst>
                <a:ext uri="{FF2B5EF4-FFF2-40B4-BE49-F238E27FC236}">
                  <a16:creationId xmlns:a16="http://schemas.microsoft.com/office/drawing/2014/main" id="{F04EBC61-6F50-B930-3E60-F952DA5347B6}"/>
                </a:ext>
              </a:extLst>
            </p:cNvPr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>
                <a:extLst>
                  <a:ext uri="{FF2B5EF4-FFF2-40B4-BE49-F238E27FC236}">
                    <a16:creationId xmlns:a16="http://schemas.microsoft.com/office/drawing/2014/main" id="{832A19F4-1469-6846-FBB2-D7D88D1B142B}"/>
                  </a:ext>
                </a:extLst>
              </p:cNvPr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>
                <a:extLst>
                  <a:ext uri="{FF2B5EF4-FFF2-40B4-BE49-F238E27FC236}">
                    <a16:creationId xmlns:a16="http://schemas.microsoft.com/office/drawing/2014/main" id="{013B7DFB-EDDA-B020-EF9E-0C44A9B91104}"/>
                  </a:ext>
                </a:extLst>
              </p:cNvPr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>
              <a:extLst>
                <a:ext uri="{FF2B5EF4-FFF2-40B4-BE49-F238E27FC236}">
                  <a16:creationId xmlns:a16="http://schemas.microsoft.com/office/drawing/2014/main" id="{BB7D88C2-0EA3-7840-E6D1-AF2F3DC2D58E}"/>
                </a:ext>
              </a:extLst>
            </p:cNvPr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>
                <a:extLst>
                  <a:ext uri="{FF2B5EF4-FFF2-40B4-BE49-F238E27FC236}">
                    <a16:creationId xmlns:a16="http://schemas.microsoft.com/office/drawing/2014/main" id="{E99146FB-AEB5-36D9-CBD5-58C9C9726784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>
                <a:extLst>
                  <a:ext uri="{FF2B5EF4-FFF2-40B4-BE49-F238E27FC236}">
                    <a16:creationId xmlns:a16="http://schemas.microsoft.com/office/drawing/2014/main" id="{CBC46AC7-2303-00D5-BF35-6B23F6CEAC5D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>
              <a:extLst>
                <a:ext uri="{FF2B5EF4-FFF2-40B4-BE49-F238E27FC236}">
                  <a16:creationId xmlns:a16="http://schemas.microsoft.com/office/drawing/2014/main" id="{8BEB928A-6E0C-EBBC-E41F-F1721EE348D1}"/>
                </a:ext>
              </a:extLst>
            </p:cNvPr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>
                <a:extLst>
                  <a:ext uri="{FF2B5EF4-FFF2-40B4-BE49-F238E27FC236}">
                    <a16:creationId xmlns:a16="http://schemas.microsoft.com/office/drawing/2014/main" id="{3E16C91F-5B9B-F3AE-E721-70F75549F673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>
                <a:extLst>
                  <a:ext uri="{FF2B5EF4-FFF2-40B4-BE49-F238E27FC236}">
                    <a16:creationId xmlns:a16="http://schemas.microsoft.com/office/drawing/2014/main" id="{B8273A2B-BBF7-6229-796D-414EA215A2AF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>
              <a:extLst>
                <a:ext uri="{FF2B5EF4-FFF2-40B4-BE49-F238E27FC236}">
                  <a16:creationId xmlns:a16="http://schemas.microsoft.com/office/drawing/2014/main" id="{18412762-811D-785D-EC2D-1EF3F0D785D0}"/>
                </a:ext>
              </a:extLst>
            </p:cNvPr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>
                <a:extLst>
                  <a:ext uri="{FF2B5EF4-FFF2-40B4-BE49-F238E27FC236}">
                    <a16:creationId xmlns:a16="http://schemas.microsoft.com/office/drawing/2014/main" id="{02A2B2B7-1D14-6A20-23BA-9C918B04D560}"/>
                  </a:ext>
                </a:extLst>
              </p:cNvPr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>
                <a:extLst>
                  <a:ext uri="{FF2B5EF4-FFF2-40B4-BE49-F238E27FC236}">
                    <a16:creationId xmlns:a16="http://schemas.microsoft.com/office/drawing/2014/main" id="{6C2E28C9-73F2-71EE-725C-FFF7CBA7A290}"/>
                  </a:ext>
                </a:extLst>
              </p:cNvPr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>
              <a:extLst>
                <a:ext uri="{FF2B5EF4-FFF2-40B4-BE49-F238E27FC236}">
                  <a16:creationId xmlns:a16="http://schemas.microsoft.com/office/drawing/2014/main" id="{8E4A884F-856D-FF98-F7C4-7AB56610D0FD}"/>
                </a:ext>
              </a:extLst>
            </p:cNvPr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>
                <a:extLst>
                  <a:ext uri="{FF2B5EF4-FFF2-40B4-BE49-F238E27FC236}">
                    <a16:creationId xmlns:a16="http://schemas.microsoft.com/office/drawing/2014/main" id="{32464FD3-3141-B237-E9E6-8D93029A62BD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>
                <a:extLst>
                  <a:ext uri="{FF2B5EF4-FFF2-40B4-BE49-F238E27FC236}">
                    <a16:creationId xmlns:a16="http://schemas.microsoft.com/office/drawing/2014/main" id="{CBE7C496-B714-53E8-2BE7-30A29BF7D312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>
              <a:extLst>
                <a:ext uri="{FF2B5EF4-FFF2-40B4-BE49-F238E27FC236}">
                  <a16:creationId xmlns:a16="http://schemas.microsoft.com/office/drawing/2014/main" id="{FB0AA1D2-B2B9-A07F-CE5F-21447BDA2685}"/>
                </a:ext>
              </a:extLst>
            </p:cNvPr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>
                <a:extLst>
                  <a:ext uri="{FF2B5EF4-FFF2-40B4-BE49-F238E27FC236}">
                    <a16:creationId xmlns:a16="http://schemas.microsoft.com/office/drawing/2014/main" id="{06AB82FE-29EA-4F7E-5D65-FA11EFFBD5C5}"/>
                  </a:ext>
                </a:extLst>
              </p:cNvPr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>
                <a:extLst>
                  <a:ext uri="{FF2B5EF4-FFF2-40B4-BE49-F238E27FC236}">
                    <a16:creationId xmlns:a16="http://schemas.microsoft.com/office/drawing/2014/main" id="{C3798586-1E64-D77D-95AE-D5204EA5B46E}"/>
                  </a:ext>
                </a:extLst>
              </p:cNvPr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>
              <a:extLst>
                <a:ext uri="{FF2B5EF4-FFF2-40B4-BE49-F238E27FC236}">
                  <a16:creationId xmlns:a16="http://schemas.microsoft.com/office/drawing/2014/main" id="{922A8FB8-5003-154D-0E8B-019A3BF78FC6}"/>
                </a:ext>
              </a:extLst>
            </p:cNvPr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>
                <a:extLst>
                  <a:ext uri="{FF2B5EF4-FFF2-40B4-BE49-F238E27FC236}">
                    <a16:creationId xmlns:a16="http://schemas.microsoft.com/office/drawing/2014/main" id="{F215CEB2-97E0-E762-2737-E69CBA407EA2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>
                <a:extLst>
                  <a:ext uri="{FF2B5EF4-FFF2-40B4-BE49-F238E27FC236}">
                    <a16:creationId xmlns:a16="http://schemas.microsoft.com/office/drawing/2014/main" id="{AD360617-A0DD-1567-4C7A-714917026873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>
              <a:extLst>
                <a:ext uri="{FF2B5EF4-FFF2-40B4-BE49-F238E27FC236}">
                  <a16:creationId xmlns:a16="http://schemas.microsoft.com/office/drawing/2014/main" id="{D62A558C-CCA6-5CDC-CE6A-C600752019B6}"/>
                </a:ext>
              </a:extLst>
            </p:cNvPr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>
                <a:extLst>
                  <a:ext uri="{FF2B5EF4-FFF2-40B4-BE49-F238E27FC236}">
                    <a16:creationId xmlns:a16="http://schemas.microsoft.com/office/drawing/2014/main" id="{12B37E7B-763E-97DC-2225-A66C014D2E38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>
                <a:extLst>
                  <a:ext uri="{FF2B5EF4-FFF2-40B4-BE49-F238E27FC236}">
                    <a16:creationId xmlns:a16="http://schemas.microsoft.com/office/drawing/2014/main" id="{5F1318B7-DBDA-6EE2-5075-A855A416C91D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>
            <a:extLst>
              <a:ext uri="{FF2B5EF4-FFF2-40B4-BE49-F238E27FC236}">
                <a16:creationId xmlns:a16="http://schemas.microsoft.com/office/drawing/2014/main" id="{3B4E3CF6-CFEA-B8D8-5749-810C2D464E67}"/>
              </a:ext>
            </a:extLst>
          </p:cNvPr>
          <p:cNvSpPr/>
          <p:nvPr/>
        </p:nvSpPr>
        <p:spPr>
          <a:xfrm>
            <a:off x="3657600" y="2392560"/>
            <a:ext cx="949428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spc="-1" dirty="0">
                <a:solidFill>
                  <a:srgbClr val="393A3F"/>
                </a:solidFill>
                <a:latin typeface="Anton"/>
                <a:ea typeface="Anton"/>
              </a:rPr>
              <a:t>How does</a:t>
            </a:r>
            <a:r>
              <a:rPr lang="en-US" sz="54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 Odoo works at HL?....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360" name="Google Shape;706;p13">
            <a:extLst>
              <a:ext uri="{FF2B5EF4-FFF2-40B4-BE49-F238E27FC236}">
                <a16:creationId xmlns:a16="http://schemas.microsoft.com/office/drawing/2014/main" id="{8D60E10D-D6B2-C3C6-B4C8-5B50DE78445F}"/>
              </a:ext>
            </a:extLst>
          </p:cNvPr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</a:t>
            </a:r>
            <a:r>
              <a:rPr lang="en-US" sz="7870" spc="-1" dirty="0">
                <a:solidFill>
                  <a:srgbClr val="FFFFFF"/>
                </a:solidFill>
                <a:latin typeface="Anton"/>
                <a:ea typeface="Anton"/>
              </a:rPr>
              <a:t>8</a:t>
            </a:r>
            <a:endParaRPr lang="en-US" sz="7870" b="0" strike="noStrike" spc="-1" dirty="0"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C89DA3-40D8-C001-5087-48CFC1A1D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800" y="4032000"/>
            <a:ext cx="8690400" cy="6254999"/>
          </a:xfrm>
          <a:prstGeom prst="rect">
            <a:avLst/>
          </a:prstGeom>
        </p:spPr>
      </p:pic>
      <p:grpSp>
        <p:nvGrpSpPr>
          <p:cNvPr id="6" name="Google Shape;691;p13">
            <a:extLst>
              <a:ext uri="{FF2B5EF4-FFF2-40B4-BE49-F238E27FC236}">
                <a16:creationId xmlns:a16="http://schemas.microsoft.com/office/drawing/2014/main" id="{D7B965A9-6EF9-ABDE-DE76-10BE50221AA9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7" name="Google Shape;692;p13">
              <a:extLst>
                <a:ext uri="{FF2B5EF4-FFF2-40B4-BE49-F238E27FC236}">
                  <a16:creationId xmlns:a16="http://schemas.microsoft.com/office/drawing/2014/main" id="{1314701F-F455-7A60-ED69-0F72D900949C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5" name="Google Shape;693;p13">
                <a:extLst>
                  <a:ext uri="{FF2B5EF4-FFF2-40B4-BE49-F238E27FC236}">
                    <a16:creationId xmlns:a16="http://schemas.microsoft.com/office/drawing/2014/main" id="{E8F09878-DF67-9D17-ED8E-2FF73CB4ECEC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Google Shape;694;p13">
                <a:extLst>
                  <a:ext uri="{FF2B5EF4-FFF2-40B4-BE49-F238E27FC236}">
                    <a16:creationId xmlns:a16="http://schemas.microsoft.com/office/drawing/2014/main" id="{86E94553-1279-B405-E2BD-92B26A4B86BF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oogle Shape;695;p13">
              <a:extLst>
                <a:ext uri="{FF2B5EF4-FFF2-40B4-BE49-F238E27FC236}">
                  <a16:creationId xmlns:a16="http://schemas.microsoft.com/office/drawing/2014/main" id="{F3EED5AD-D57C-4C57-BA36-67DB2F2274CD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13" name="Google Shape;696;p13">
                <a:extLst>
                  <a:ext uri="{FF2B5EF4-FFF2-40B4-BE49-F238E27FC236}">
                    <a16:creationId xmlns:a16="http://schemas.microsoft.com/office/drawing/2014/main" id="{82F7DCB8-B352-EC63-E65A-06390E040B7D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Google Shape;697;p13">
                <a:extLst>
                  <a:ext uri="{FF2B5EF4-FFF2-40B4-BE49-F238E27FC236}">
                    <a16:creationId xmlns:a16="http://schemas.microsoft.com/office/drawing/2014/main" id="{DA0018EF-59E4-608F-4CFB-BE878B446A56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oogle Shape;698;p13">
              <a:extLst>
                <a:ext uri="{FF2B5EF4-FFF2-40B4-BE49-F238E27FC236}">
                  <a16:creationId xmlns:a16="http://schemas.microsoft.com/office/drawing/2014/main" id="{4493E51F-2E1F-A5FB-5D93-962844BB6051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11" name="Google Shape;699;p13">
                <a:extLst>
                  <a:ext uri="{FF2B5EF4-FFF2-40B4-BE49-F238E27FC236}">
                    <a16:creationId xmlns:a16="http://schemas.microsoft.com/office/drawing/2014/main" id="{7532388F-C2B8-E7B0-317B-EBDA9191B5FE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700;p13">
                <a:extLst>
                  <a:ext uri="{FF2B5EF4-FFF2-40B4-BE49-F238E27FC236}">
                    <a16:creationId xmlns:a16="http://schemas.microsoft.com/office/drawing/2014/main" id="{F9649E04-4CC8-58D9-B867-961D0719AE61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" name="Google Shape;703;p13">
              <a:extLst>
                <a:ext uri="{FF2B5EF4-FFF2-40B4-BE49-F238E27FC236}">
                  <a16:creationId xmlns:a16="http://schemas.microsoft.com/office/drawing/2014/main" id="{EFE5FE74-8C7B-A4A0-F57C-F231D1087371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9423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221C2-EFE8-532C-67F2-8534B3DD9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>
            <a:extLst>
              <a:ext uri="{FF2B5EF4-FFF2-40B4-BE49-F238E27FC236}">
                <a16:creationId xmlns:a16="http://schemas.microsoft.com/office/drawing/2014/main" id="{8351AD88-25F0-E066-2BD5-CA76EB7F9ECF}"/>
              </a:ext>
            </a:extLst>
          </p:cNvPr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>
              <a:extLst>
                <a:ext uri="{FF2B5EF4-FFF2-40B4-BE49-F238E27FC236}">
                  <a16:creationId xmlns:a16="http://schemas.microsoft.com/office/drawing/2014/main" id="{3DB72F41-9EAE-0D23-03C7-245ADCE78B72}"/>
                </a:ext>
              </a:extLst>
            </p:cNvPr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>
              <a:extLst>
                <a:ext uri="{FF2B5EF4-FFF2-40B4-BE49-F238E27FC236}">
                  <a16:creationId xmlns:a16="http://schemas.microsoft.com/office/drawing/2014/main" id="{62AF6E0F-ABF2-7F8A-17FA-785D26895916}"/>
                </a:ext>
              </a:extLst>
            </p:cNvPr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>
            <a:extLst>
              <a:ext uri="{FF2B5EF4-FFF2-40B4-BE49-F238E27FC236}">
                <a16:creationId xmlns:a16="http://schemas.microsoft.com/office/drawing/2014/main" id="{C752B8EB-763E-67CB-41AB-DDAF04E6133D}"/>
              </a:ext>
            </a:extLst>
          </p:cNvPr>
          <p:cNvGrpSpPr/>
          <p:nvPr/>
        </p:nvGrpSpPr>
        <p:grpSpPr>
          <a:xfrm>
            <a:off x="1138320" y="2129400"/>
            <a:ext cx="2065320" cy="1436760"/>
            <a:chOff x="1138320" y="2129400"/>
            <a:chExt cx="2065320" cy="1436760"/>
          </a:xfrm>
        </p:grpSpPr>
        <p:sp>
          <p:nvSpPr>
            <p:cNvPr id="287" name="Google Shape;633;p13">
              <a:extLst>
                <a:ext uri="{FF2B5EF4-FFF2-40B4-BE49-F238E27FC236}">
                  <a16:creationId xmlns:a16="http://schemas.microsoft.com/office/drawing/2014/main" id="{8687EECE-AB9D-B6DB-5BD2-9233F67E9906}"/>
                </a:ext>
              </a:extLst>
            </p:cNvPr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>
              <a:extLst>
                <a:ext uri="{FF2B5EF4-FFF2-40B4-BE49-F238E27FC236}">
                  <a16:creationId xmlns:a16="http://schemas.microsoft.com/office/drawing/2014/main" id="{72A0479D-9481-B878-C52C-767E9B65784C}"/>
                </a:ext>
              </a:extLst>
            </p:cNvPr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>
            <a:extLst>
              <a:ext uri="{FF2B5EF4-FFF2-40B4-BE49-F238E27FC236}">
                <a16:creationId xmlns:a16="http://schemas.microsoft.com/office/drawing/2014/main" id="{75C05069-D97A-DA14-BC7C-143AA5077DCB}"/>
              </a:ext>
            </a:extLst>
          </p:cNvPr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>
              <a:extLst>
                <a:ext uri="{FF2B5EF4-FFF2-40B4-BE49-F238E27FC236}">
                  <a16:creationId xmlns:a16="http://schemas.microsoft.com/office/drawing/2014/main" id="{53EA2E67-A744-539B-CF9D-5FAB699542E4}"/>
                </a:ext>
              </a:extLst>
            </p:cNvPr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>
                <a:extLst>
                  <a:ext uri="{FF2B5EF4-FFF2-40B4-BE49-F238E27FC236}">
                    <a16:creationId xmlns:a16="http://schemas.microsoft.com/office/drawing/2014/main" id="{58D45E19-D07D-0A8B-69AE-F544426337AB}"/>
                  </a:ext>
                </a:extLst>
              </p:cNvPr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>
                <a:extLst>
                  <a:ext uri="{FF2B5EF4-FFF2-40B4-BE49-F238E27FC236}">
                    <a16:creationId xmlns:a16="http://schemas.microsoft.com/office/drawing/2014/main" id="{2121799C-2805-00B3-33D0-7AFFCAFF287C}"/>
                  </a:ext>
                </a:extLst>
              </p:cNvPr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>
              <a:extLst>
                <a:ext uri="{FF2B5EF4-FFF2-40B4-BE49-F238E27FC236}">
                  <a16:creationId xmlns:a16="http://schemas.microsoft.com/office/drawing/2014/main" id="{950D2784-0A51-A09A-29EA-0CACCFDC8DC6}"/>
                </a:ext>
              </a:extLst>
            </p:cNvPr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>
                <a:extLst>
                  <a:ext uri="{FF2B5EF4-FFF2-40B4-BE49-F238E27FC236}">
                    <a16:creationId xmlns:a16="http://schemas.microsoft.com/office/drawing/2014/main" id="{40FBD731-AB28-950A-6368-53AC3BD6A93C}"/>
                  </a:ext>
                </a:extLst>
              </p:cNvPr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>
                <a:extLst>
                  <a:ext uri="{FF2B5EF4-FFF2-40B4-BE49-F238E27FC236}">
                    <a16:creationId xmlns:a16="http://schemas.microsoft.com/office/drawing/2014/main" id="{DEA651F2-77C5-BD48-CCC5-1E2DC16D6CD5}"/>
                  </a:ext>
                </a:extLst>
              </p:cNvPr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>
              <a:extLst>
                <a:ext uri="{FF2B5EF4-FFF2-40B4-BE49-F238E27FC236}">
                  <a16:creationId xmlns:a16="http://schemas.microsoft.com/office/drawing/2014/main" id="{04D25F15-89B9-9694-3069-03369A8C0770}"/>
                </a:ext>
              </a:extLst>
            </p:cNvPr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>
                <a:extLst>
                  <a:ext uri="{FF2B5EF4-FFF2-40B4-BE49-F238E27FC236}">
                    <a16:creationId xmlns:a16="http://schemas.microsoft.com/office/drawing/2014/main" id="{1DA88E92-539D-0D8E-468E-C3470FBBA47A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>
                <a:extLst>
                  <a:ext uri="{FF2B5EF4-FFF2-40B4-BE49-F238E27FC236}">
                    <a16:creationId xmlns:a16="http://schemas.microsoft.com/office/drawing/2014/main" id="{6C0EECFB-FB9C-4CE1-2739-AEA7F5408FFB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>
              <a:extLst>
                <a:ext uri="{FF2B5EF4-FFF2-40B4-BE49-F238E27FC236}">
                  <a16:creationId xmlns:a16="http://schemas.microsoft.com/office/drawing/2014/main" id="{30406232-43CA-2F84-1792-751ADEC7C3CA}"/>
                </a:ext>
              </a:extLst>
            </p:cNvPr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>
                <a:extLst>
                  <a:ext uri="{FF2B5EF4-FFF2-40B4-BE49-F238E27FC236}">
                    <a16:creationId xmlns:a16="http://schemas.microsoft.com/office/drawing/2014/main" id="{301DDF3D-D0D3-B5C7-E79A-EF3C8E8E7324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>
                <a:extLst>
                  <a:ext uri="{FF2B5EF4-FFF2-40B4-BE49-F238E27FC236}">
                    <a16:creationId xmlns:a16="http://schemas.microsoft.com/office/drawing/2014/main" id="{0D893972-9CD8-70EF-96B9-71D0A3DE95E8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>
              <a:extLst>
                <a:ext uri="{FF2B5EF4-FFF2-40B4-BE49-F238E27FC236}">
                  <a16:creationId xmlns:a16="http://schemas.microsoft.com/office/drawing/2014/main" id="{0FA4CEA9-1A2A-3073-222D-64E88AF4CF69}"/>
                </a:ext>
              </a:extLst>
            </p:cNvPr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>
                <a:extLst>
                  <a:ext uri="{FF2B5EF4-FFF2-40B4-BE49-F238E27FC236}">
                    <a16:creationId xmlns:a16="http://schemas.microsoft.com/office/drawing/2014/main" id="{BCA30041-81A7-7A64-DC94-A2792F784A9E}"/>
                  </a:ext>
                </a:extLst>
              </p:cNvPr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>
                <a:extLst>
                  <a:ext uri="{FF2B5EF4-FFF2-40B4-BE49-F238E27FC236}">
                    <a16:creationId xmlns:a16="http://schemas.microsoft.com/office/drawing/2014/main" id="{AE3443D7-D01E-8FFB-1177-978A3CFD7240}"/>
                  </a:ext>
                </a:extLst>
              </p:cNvPr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>
              <a:extLst>
                <a:ext uri="{FF2B5EF4-FFF2-40B4-BE49-F238E27FC236}">
                  <a16:creationId xmlns:a16="http://schemas.microsoft.com/office/drawing/2014/main" id="{EB6841E5-D6F8-E1F7-8B67-9468ADBA4B74}"/>
                </a:ext>
              </a:extLst>
            </p:cNvPr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>
                <a:extLst>
                  <a:ext uri="{FF2B5EF4-FFF2-40B4-BE49-F238E27FC236}">
                    <a16:creationId xmlns:a16="http://schemas.microsoft.com/office/drawing/2014/main" id="{89331AD7-31F4-072E-52A7-EC32E34CF953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>
                <a:extLst>
                  <a:ext uri="{FF2B5EF4-FFF2-40B4-BE49-F238E27FC236}">
                    <a16:creationId xmlns:a16="http://schemas.microsoft.com/office/drawing/2014/main" id="{9C689245-5000-032B-12DF-2DA3938DAC28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>
              <a:extLst>
                <a:ext uri="{FF2B5EF4-FFF2-40B4-BE49-F238E27FC236}">
                  <a16:creationId xmlns:a16="http://schemas.microsoft.com/office/drawing/2014/main" id="{E3ADD570-DE9A-9B73-FCD0-D2640002CEFA}"/>
                </a:ext>
              </a:extLst>
            </p:cNvPr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>
                <a:extLst>
                  <a:ext uri="{FF2B5EF4-FFF2-40B4-BE49-F238E27FC236}">
                    <a16:creationId xmlns:a16="http://schemas.microsoft.com/office/drawing/2014/main" id="{00F7BCE8-C53B-F975-CD44-0170C57BCABB}"/>
                  </a:ext>
                </a:extLst>
              </p:cNvPr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>
                <a:extLst>
                  <a:ext uri="{FF2B5EF4-FFF2-40B4-BE49-F238E27FC236}">
                    <a16:creationId xmlns:a16="http://schemas.microsoft.com/office/drawing/2014/main" id="{C987BB22-4169-02C1-1CA2-3F94878C1F48}"/>
                  </a:ext>
                </a:extLst>
              </p:cNvPr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>
              <a:extLst>
                <a:ext uri="{FF2B5EF4-FFF2-40B4-BE49-F238E27FC236}">
                  <a16:creationId xmlns:a16="http://schemas.microsoft.com/office/drawing/2014/main" id="{DD18B7B2-001C-D8D5-764B-7984A57819BA}"/>
                </a:ext>
              </a:extLst>
            </p:cNvPr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>
                <a:extLst>
                  <a:ext uri="{FF2B5EF4-FFF2-40B4-BE49-F238E27FC236}">
                    <a16:creationId xmlns:a16="http://schemas.microsoft.com/office/drawing/2014/main" id="{715475BF-9B58-FB86-1FF6-8F5ACE516825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>
                <a:extLst>
                  <a:ext uri="{FF2B5EF4-FFF2-40B4-BE49-F238E27FC236}">
                    <a16:creationId xmlns:a16="http://schemas.microsoft.com/office/drawing/2014/main" id="{4023808F-6360-9C73-F87F-C8A1612BF1FA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>
              <a:extLst>
                <a:ext uri="{FF2B5EF4-FFF2-40B4-BE49-F238E27FC236}">
                  <a16:creationId xmlns:a16="http://schemas.microsoft.com/office/drawing/2014/main" id="{2D7C2228-1704-1FF3-19EC-D8F11BF9FEAE}"/>
                </a:ext>
              </a:extLst>
            </p:cNvPr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>
                <a:extLst>
                  <a:ext uri="{FF2B5EF4-FFF2-40B4-BE49-F238E27FC236}">
                    <a16:creationId xmlns:a16="http://schemas.microsoft.com/office/drawing/2014/main" id="{93CD8046-A088-16A5-BB8C-1BB86B39A419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>
                <a:extLst>
                  <a:ext uri="{FF2B5EF4-FFF2-40B4-BE49-F238E27FC236}">
                    <a16:creationId xmlns:a16="http://schemas.microsoft.com/office/drawing/2014/main" id="{39FE1C36-8A4F-A89F-7B5E-8B32BE82172D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>
            <a:extLst>
              <a:ext uri="{FF2B5EF4-FFF2-40B4-BE49-F238E27FC236}">
                <a16:creationId xmlns:a16="http://schemas.microsoft.com/office/drawing/2014/main" id="{0AFF7ADC-5C3C-97F0-DEEC-C3E2979CF797}"/>
              </a:ext>
            </a:extLst>
          </p:cNvPr>
          <p:cNvSpPr/>
          <p:nvPr/>
        </p:nvSpPr>
        <p:spPr>
          <a:xfrm>
            <a:off x="3657600" y="2392560"/>
            <a:ext cx="1187280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spc="-1" dirty="0">
                <a:solidFill>
                  <a:srgbClr val="393A3F"/>
                </a:solidFill>
                <a:latin typeface="Anton"/>
                <a:ea typeface="Anton"/>
              </a:rPr>
              <a:t>How does</a:t>
            </a:r>
            <a:r>
              <a:rPr lang="en-US" sz="54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 Each module works at HL?....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360" name="Google Shape;706;p13">
            <a:extLst>
              <a:ext uri="{FF2B5EF4-FFF2-40B4-BE49-F238E27FC236}">
                <a16:creationId xmlns:a16="http://schemas.microsoft.com/office/drawing/2014/main" id="{4642EDBF-5BD2-EAE8-ACC7-E08260571E28}"/>
              </a:ext>
            </a:extLst>
          </p:cNvPr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07</a:t>
            </a:r>
            <a:endParaRPr lang="en-US" sz="7870" b="0" strike="noStrike" spc="-1" dirty="0">
              <a:latin typeface="Arial"/>
            </a:endParaRPr>
          </a:p>
        </p:txBody>
      </p:sp>
      <p:pic>
        <p:nvPicPr>
          <p:cNvPr id="5122" name="Picture 2" descr="An Overview of Module Structure in Odoo 16">
            <a:extLst>
              <a:ext uri="{FF2B5EF4-FFF2-40B4-BE49-F238E27FC236}">
                <a16:creationId xmlns:a16="http://schemas.microsoft.com/office/drawing/2014/main" id="{2EFB4E66-2C0B-7100-82D8-1C3CAB0B1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280" y="3391200"/>
            <a:ext cx="12105785" cy="6332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oogle Shape;691;p13">
            <a:extLst>
              <a:ext uri="{FF2B5EF4-FFF2-40B4-BE49-F238E27FC236}">
                <a16:creationId xmlns:a16="http://schemas.microsoft.com/office/drawing/2014/main" id="{C40CCA3C-07C4-4E01-CC7C-F18E5E2858E9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3" name="Google Shape;692;p13">
              <a:extLst>
                <a:ext uri="{FF2B5EF4-FFF2-40B4-BE49-F238E27FC236}">
                  <a16:creationId xmlns:a16="http://schemas.microsoft.com/office/drawing/2014/main" id="{3570FE03-2515-6A94-5030-9A88C511E939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2" name="Google Shape;693;p13">
                <a:extLst>
                  <a:ext uri="{FF2B5EF4-FFF2-40B4-BE49-F238E27FC236}">
                    <a16:creationId xmlns:a16="http://schemas.microsoft.com/office/drawing/2014/main" id="{2DCE5B1F-7930-7C4B-9551-2513F3D52A20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Google Shape;694;p13">
                <a:extLst>
                  <a:ext uri="{FF2B5EF4-FFF2-40B4-BE49-F238E27FC236}">
                    <a16:creationId xmlns:a16="http://schemas.microsoft.com/office/drawing/2014/main" id="{8D53AFF8-8B1A-7C15-802D-BAAF528FD375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oogle Shape;695;p13">
              <a:extLst>
                <a:ext uri="{FF2B5EF4-FFF2-40B4-BE49-F238E27FC236}">
                  <a16:creationId xmlns:a16="http://schemas.microsoft.com/office/drawing/2014/main" id="{FCE6F07A-4830-7AB0-BC81-C2A0B60F7FA8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10" name="Google Shape;696;p13">
                <a:extLst>
                  <a:ext uri="{FF2B5EF4-FFF2-40B4-BE49-F238E27FC236}">
                    <a16:creationId xmlns:a16="http://schemas.microsoft.com/office/drawing/2014/main" id="{DF5A78ED-3026-0CD3-8CD7-81F8C978DEBD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Google Shape;697;p13">
                <a:extLst>
                  <a:ext uri="{FF2B5EF4-FFF2-40B4-BE49-F238E27FC236}">
                    <a16:creationId xmlns:a16="http://schemas.microsoft.com/office/drawing/2014/main" id="{7D7FEC84-DB38-0060-2BF4-0FE83D5D5319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oogle Shape;698;p13">
              <a:extLst>
                <a:ext uri="{FF2B5EF4-FFF2-40B4-BE49-F238E27FC236}">
                  <a16:creationId xmlns:a16="http://schemas.microsoft.com/office/drawing/2014/main" id="{BB2D13CF-4BF8-DA76-71DB-038708AE159E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8" name="Google Shape;699;p13">
                <a:extLst>
                  <a:ext uri="{FF2B5EF4-FFF2-40B4-BE49-F238E27FC236}">
                    <a16:creationId xmlns:a16="http://schemas.microsoft.com/office/drawing/2014/main" id="{65B8FBF1-1259-43A2-62F5-D2A6B4022DCA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Google Shape;700;p13">
                <a:extLst>
                  <a:ext uri="{FF2B5EF4-FFF2-40B4-BE49-F238E27FC236}">
                    <a16:creationId xmlns:a16="http://schemas.microsoft.com/office/drawing/2014/main" id="{5EEA2C60-41D5-B73B-984B-4F74A94D1573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Google Shape;703;p13">
              <a:extLst>
                <a:ext uri="{FF2B5EF4-FFF2-40B4-BE49-F238E27FC236}">
                  <a16:creationId xmlns:a16="http://schemas.microsoft.com/office/drawing/2014/main" id="{4332F699-6C2A-642A-54C0-AD7F200B269B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6590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A5EA1-4F58-310E-C75F-051F02946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>
            <a:extLst>
              <a:ext uri="{FF2B5EF4-FFF2-40B4-BE49-F238E27FC236}">
                <a16:creationId xmlns:a16="http://schemas.microsoft.com/office/drawing/2014/main" id="{ED1331E2-C5C8-C0ED-A207-7A2BCEAB02CC}"/>
              </a:ext>
            </a:extLst>
          </p:cNvPr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>
              <a:extLst>
                <a:ext uri="{FF2B5EF4-FFF2-40B4-BE49-F238E27FC236}">
                  <a16:creationId xmlns:a16="http://schemas.microsoft.com/office/drawing/2014/main" id="{F4C1C924-3F4F-5C7E-0A36-CF3528C2AEB5}"/>
                </a:ext>
              </a:extLst>
            </p:cNvPr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>
              <a:extLst>
                <a:ext uri="{FF2B5EF4-FFF2-40B4-BE49-F238E27FC236}">
                  <a16:creationId xmlns:a16="http://schemas.microsoft.com/office/drawing/2014/main" id="{8DCA4ADB-9F97-68B1-CF98-571D70E23838}"/>
                </a:ext>
              </a:extLst>
            </p:cNvPr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>
            <a:extLst>
              <a:ext uri="{FF2B5EF4-FFF2-40B4-BE49-F238E27FC236}">
                <a16:creationId xmlns:a16="http://schemas.microsoft.com/office/drawing/2014/main" id="{88CE6161-E5AB-DB62-7ACD-D7E4E6417465}"/>
              </a:ext>
            </a:extLst>
          </p:cNvPr>
          <p:cNvGrpSpPr/>
          <p:nvPr/>
        </p:nvGrpSpPr>
        <p:grpSpPr>
          <a:xfrm>
            <a:off x="1138320" y="2129400"/>
            <a:ext cx="2065320" cy="1436760"/>
            <a:chOff x="1138320" y="2129400"/>
            <a:chExt cx="2065320" cy="1436760"/>
          </a:xfrm>
        </p:grpSpPr>
        <p:sp>
          <p:nvSpPr>
            <p:cNvPr id="287" name="Google Shape;633;p13">
              <a:extLst>
                <a:ext uri="{FF2B5EF4-FFF2-40B4-BE49-F238E27FC236}">
                  <a16:creationId xmlns:a16="http://schemas.microsoft.com/office/drawing/2014/main" id="{F7728109-8CF9-7325-CC8C-B85102DEEE4A}"/>
                </a:ext>
              </a:extLst>
            </p:cNvPr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>
              <a:extLst>
                <a:ext uri="{FF2B5EF4-FFF2-40B4-BE49-F238E27FC236}">
                  <a16:creationId xmlns:a16="http://schemas.microsoft.com/office/drawing/2014/main" id="{436F3088-7E43-D4F6-2B8D-A7A9309EC289}"/>
                </a:ext>
              </a:extLst>
            </p:cNvPr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>
            <a:extLst>
              <a:ext uri="{FF2B5EF4-FFF2-40B4-BE49-F238E27FC236}">
                <a16:creationId xmlns:a16="http://schemas.microsoft.com/office/drawing/2014/main" id="{04FA2DAE-C48F-7175-5ED6-9A5AD5BBE5CE}"/>
              </a:ext>
            </a:extLst>
          </p:cNvPr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>
              <a:extLst>
                <a:ext uri="{FF2B5EF4-FFF2-40B4-BE49-F238E27FC236}">
                  <a16:creationId xmlns:a16="http://schemas.microsoft.com/office/drawing/2014/main" id="{DD3E0EA2-7480-26FF-9BF3-52512CEF1C4D}"/>
                </a:ext>
              </a:extLst>
            </p:cNvPr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>
                <a:extLst>
                  <a:ext uri="{FF2B5EF4-FFF2-40B4-BE49-F238E27FC236}">
                    <a16:creationId xmlns:a16="http://schemas.microsoft.com/office/drawing/2014/main" id="{CB16829F-496A-E105-CBD6-483EA0397E07}"/>
                  </a:ext>
                </a:extLst>
              </p:cNvPr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>
                <a:extLst>
                  <a:ext uri="{FF2B5EF4-FFF2-40B4-BE49-F238E27FC236}">
                    <a16:creationId xmlns:a16="http://schemas.microsoft.com/office/drawing/2014/main" id="{30265D2A-ADFF-E10C-7AC7-A9F3FCF8051B}"/>
                  </a:ext>
                </a:extLst>
              </p:cNvPr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>
              <a:extLst>
                <a:ext uri="{FF2B5EF4-FFF2-40B4-BE49-F238E27FC236}">
                  <a16:creationId xmlns:a16="http://schemas.microsoft.com/office/drawing/2014/main" id="{6F2C6FF9-1BE2-08B2-116D-F0949D1DE0FD}"/>
                </a:ext>
              </a:extLst>
            </p:cNvPr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>
                <a:extLst>
                  <a:ext uri="{FF2B5EF4-FFF2-40B4-BE49-F238E27FC236}">
                    <a16:creationId xmlns:a16="http://schemas.microsoft.com/office/drawing/2014/main" id="{9DD2EA27-E0BA-E53B-2E52-5BEEDB145BEA}"/>
                  </a:ext>
                </a:extLst>
              </p:cNvPr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>
                <a:extLst>
                  <a:ext uri="{FF2B5EF4-FFF2-40B4-BE49-F238E27FC236}">
                    <a16:creationId xmlns:a16="http://schemas.microsoft.com/office/drawing/2014/main" id="{FCA62F5B-DEF7-267B-8DE9-9CB53F799023}"/>
                  </a:ext>
                </a:extLst>
              </p:cNvPr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>
              <a:extLst>
                <a:ext uri="{FF2B5EF4-FFF2-40B4-BE49-F238E27FC236}">
                  <a16:creationId xmlns:a16="http://schemas.microsoft.com/office/drawing/2014/main" id="{6613F619-6642-CDBD-E89B-3046D199C172}"/>
                </a:ext>
              </a:extLst>
            </p:cNvPr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>
                <a:extLst>
                  <a:ext uri="{FF2B5EF4-FFF2-40B4-BE49-F238E27FC236}">
                    <a16:creationId xmlns:a16="http://schemas.microsoft.com/office/drawing/2014/main" id="{18615D44-E09B-0685-2AFE-1857AC97B607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>
                <a:extLst>
                  <a:ext uri="{FF2B5EF4-FFF2-40B4-BE49-F238E27FC236}">
                    <a16:creationId xmlns:a16="http://schemas.microsoft.com/office/drawing/2014/main" id="{A792E341-CCCA-9126-AFCA-5D7B6139E00D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>
              <a:extLst>
                <a:ext uri="{FF2B5EF4-FFF2-40B4-BE49-F238E27FC236}">
                  <a16:creationId xmlns:a16="http://schemas.microsoft.com/office/drawing/2014/main" id="{EDD3C46B-FA17-63B0-00AB-A7F8C98951E8}"/>
                </a:ext>
              </a:extLst>
            </p:cNvPr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>
                <a:extLst>
                  <a:ext uri="{FF2B5EF4-FFF2-40B4-BE49-F238E27FC236}">
                    <a16:creationId xmlns:a16="http://schemas.microsoft.com/office/drawing/2014/main" id="{17461BB3-0762-34DC-0F32-1B605E845767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>
                <a:extLst>
                  <a:ext uri="{FF2B5EF4-FFF2-40B4-BE49-F238E27FC236}">
                    <a16:creationId xmlns:a16="http://schemas.microsoft.com/office/drawing/2014/main" id="{2E4E4D0C-E878-0C21-CC5D-0B1385DA5FEA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>
              <a:extLst>
                <a:ext uri="{FF2B5EF4-FFF2-40B4-BE49-F238E27FC236}">
                  <a16:creationId xmlns:a16="http://schemas.microsoft.com/office/drawing/2014/main" id="{4AF81193-D2DE-4184-1FCE-2E3521828ACB}"/>
                </a:ext>
              </a:extLst>
            </p:cNvPr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>
                <a:extLst>
                  <a:ext uri="{FF2B5EF4-FFF2-40B4-BE49-F238E27FC236}">
                    <a16:creationId xmlns:a16="http://schemas.microsoft.com/office/drawing/2014/main" id="{B097BEC0-322D-7D3F-6833-C4E0C6B75A9F}"/>
                  </a:ext>
                </a:extLst>
              </p:cNvPr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>
                <a:extLst>
                  <a:ext uri="{FF2B5EF4-FFF2-40B4-BE49-F238E27FC236}">
                    <a16:creationId xmlns:a16="http://schemas.microsoft.com/office/drawing/2014/main" id="{5A9C927C-318A-1B5F-E3C5-5721EC60E9B7}"/>
                  </a:ext>
                </a:extLst>
              </p:cNvPr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>
              <a:extLst>
                <a:ext uri="{FF2B5EF4-FFF2-40B4-BE49-F238E27FC236}">
                  <a16:creationId xmlns:a16="http://schemas.microsoft.com/office/drawing/2014/main" id="{78A30B89-BE46-84E9-C01C-D33AAD7906FA}"/>
                </a:ext>
              </a:extLst>
            </p:cNvPr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>
                <a:extLst>
                  <a:ext uri="{FF2B5EF4-FFF2-40B4-BE49-F238E27FC236}">
                    <a16:creationId xmlns:a16="http://schemas.microsoft.com/office/drawing/2014/main" id="{A95AAA0B-6F69-1EAD-2752-2569A2E69A91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>
                <a:extLst>
                  <a:ext uri="{FF2B5EF4-FFF2-40B4-BE49-F238E27FC236}">
                    <a16:creationId xmlns:a16="http://schemas.microsoft.com/office/drawing/2014/main" id="{6DADF41D-9902-E4EB-F8B1-AA14D5FA2832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>
              <a:extLst>
                <a:ext uri="{FF2B5EF4-FFF2-40B4-BE49-F238E27FC236}">
                  <a16:creationId xmlns:a16="http://schemas.microsoft.com/office/drawing/2014/main" id="{AEC1F5A1-97A7-9B3E-AC68-719914BBC5A9}"/>
                </a:ext>
              </a:extLst>
            </p:cNvPr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>
                <a:extLst>
                  <a:ext uri="{FF2B5EF4-FFF2-40B4-BE49-F238E27FC236}">
                    <a16:creationId xmlns:a16="http://schemas.microsoft.com/office/drawing/2014/main" id="{76EB76FD-33B9-F4CD-D397-025369F56688}"/>
                  </a:ext>
                </a:extLst>
              </p:cNvPr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>
                <a:extLst>
                  <a:ext uri="{FF2B5EF4-FFF2-40B4-BE49-F238E27FC236}">
                    <a16:creationId xmlns:a16="http://schemas.microsoft.com/office/drawing/2014/main" id="{A353336E-38B1-5FA1-06B1-A7065878710B}"/>
                  </a:ext>
                </a:extLst>
              </p:cNvPr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>
              <a:extLst>
                <a:ext uri="{FF2B5EF4-FFF2-40B4-BE49-F238E27FC236}">
                  <a16:creationId xmlns:a16="http://schemas.microsoft.com/office/drawing/2014/main" id="{2E824D71-72A1-8E87-BDA1-18D47A72F10B}"/>
                </a:ext>
              </a:extLst>
            </p:cNvPr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>
                <a:extLst>
                  <a:ext uri="{FF2B5EF4-FFF2-40B4-BE49-F238E27FC236}">
                    <a16:creationId xmlns:a16="http://schemas.microsoft.com/office/drawing/2014/main" id="{EEEDB343-5984-1D32-C7B1-0022334222DD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>
                <a:extLst>
                  <a:ext uri="{FF2B5EF4-FFF2-40B4-BE49-F238E27FC236}">
                    <a16:creationId xmlns:a16="http://schemas.microsoft.com/office/drawing/2014/main" id="{0E4739A4-729D-7B84-80E8-6B407D8FB236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>
              <a:extLst>
                <a:ext uri="{FF2B5EF4-FFF2-40B4-BE49-F238E27FC236}">
                  <a16:creationId xmlns:a16="http://schemas.microsoft.com/office/drawing/2014/main" id="{992A159A-0652-2F2E-DF71-123016243124}"/>
                </a:ext>
              </a:extLst>
            </p:cNvPr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>
                <a:extLst>
                  <a:ext uri="{FF2B5EF4-FFF2-40B4-BE49-F238E27FC236}">
                    <a16:creationId xmlns:a16="http://schemas.microsoft.com/office/drawing/2014/main" id="{146ABAD3-398E-E91E-65C3-B15E1652DC33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>
                <a:extLst>
                  <a:ext uri="{FF2B5EF4-FFF2-40B4-BE49-F238E27FC236}">
                    <a16:creationId xmlns:a16="http://schemas.microsoft.com/office/drawing/2014/main" id="{066628F9-DB79-6351-71A8-AFD078A0062B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>
            <a:extLst>
              <a:ext uri="{FF2B5EF4-FFF2-40B4-BE49-F238E27FC236}">
                <a16:creationId xmlns:a16="http://schemas.microsoft.com/office/drawing/2014/main" id="{1B370775-1419-E0E8-60BE-BB7C502C1F42}"/>
              </a:ext>
            </a:extLst>
          </p:cNvPr>
          <p:cNvSpPr/>
          <p:nvPr/>
        </p:nvSpPr>
        <p:spPr>
          <a:xfrm>
            <a:off x="3657600" y="2392560"/>
            <a:ext cx="949428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WHAT IS Odoo Good at?....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360" name="Google Shape;706;p13">
            <a:extLst>
              <a:ext uri="{FF2B5EF4-FFF2-40B4-BE49-F238E27FC236}">
                <a16:creationId xmlns:a16="http://schemas.microsoft.com/office/drawing/2014/main" id="{50C931B6-EF0C-B2AE-214D-4F5482EEDD52}"/>
              </a:ext>
            </a:extLst>
          </p:cNvPr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spc="-1" dirty="0">
                <a:solidFill>
                  <a:srgbClr val="FFFFFF"/>
                </a:solidFill>
                <a:latin typeface="Anton"/>
              </a:rPr>
              <a:t>010</a:t>
            </a:r>
            <a:endParaRPr lang="en-US" sz="7870" b="0" strike="noStrike" spc="-1" dirty="0">
              <a:latin typeface="Arial"/>
            </a:endParaRPr>
          </a:p>
        </p:txBody>
      </p:sp>
      <p:sp>
        <p:nvSpPr>
          <p:cNvPr id="361" name="Google Shape;707;p13">
            <a:extLst>
              <a:ext uri="{FF2B5EF4-FFF2-40B4-BE49-F238E27FC236}">
                <a16:creationId xmlns:a16="http://schemas.microsoft.com/office/drawing/2014/main" id="{B95D5E61-50CE-2E9A-C0A8-36AB18F046CE}"/>
              </a:ext>
            </a:extLst>
          </p:cNvPr>
          <p:cNvSpPr/>
          <p:nvPr/>
        </p:nvSpPr>
        <p:spPr>
          <a:xfrm>
            <a:off x="1194435" y="4285615"/>
            <a:ext cx="11811635" cy="514993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457200" indent="-45720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r>
              <a:rPr lang="en-US" sz="3200" dirty="0"/>
              <a:t>Modular and Highly Flexible</a:t>
            </a:r>
          </a:p>
          <a:p>
            <a:pPr marL="1485900" lvl="2" indent="-571500">
              <a:lnSpc>
                <a:spcPct val="94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3600" dirty="0"/>
              <a:t>Odoo works like a building foundation you can start small with a few apps and gradually build up as the business grows.</a:t>
            </a:r>
          </a:p>
          <a:p>
            <a:pPr marL="457200" indent="-45720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r>
              <a:rPr lang="en-US" sz="3600" dirty="0"/>
              <a:t>Strong customization capabilities </a:t>
            </a:r>
          </a:p>
          <a:p>
            <a:pPr marL="1485900" lvl="2" indent="-571500">
              <a:lnSpc>
                <a:spcPct val="94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3600" dirty="0"/>
              <a:t>Developers can modify any module, extend workflows, add new fields, create custom views, and tailor business logic to fit unique needs.</a:t>
            </a:r>
          </a:p>
          <a:p>
            <a:pPr marL="571500" indent="-571500">
              <a:lnSpc>
                <a:spcPct val="94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600" dirty="0"/>
              <a:t>Modern, Intuitive, and User-Friendly Interface</a:t>
            </a:r>
          </a:p>
          <a:p>
            <a:pPr marL="571500" indent="-571500">
              <a:lnSpc>
                <a:spcPct val="94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3600" dirty="0"/>
          </a:p>
        </p:txBody>
      </p:sp>
      <p:grpSp>
        <p:nvGrpSpPr>
          <p:cNvPr id="2" name="Google Shape;691;p13">
            <a:extLst>
              <a:ext uri="{FF2B5EF4-FFF2-40B4-BE49-F238E27FC236}">
                <a16:creationId xmlns:a16="http://schemas.microsoft.com/office/drawing/2014/main" id="{60F56C9B-49E7-519A-CE5A-56D9393BB74D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3" name="Google Shape;692;p13">
              <a:extLst>
                <a:ext uri="{FF2B5EF4-FFF2-40B4-BE49-F238E27FC236}">
                  <a16:creationId xmlns:a16="http://schemas.microsoft.com/office/drawing/2014/main" id="{50EC71B8-5415-BA94-FF8C-FA92A8FBD3A5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1" name="Google Shape;693;p13">
                <a:extLst>
                  <a:ext uri="{FF2B5EF4-FFF2-40B4-BE49-F238E27FC236}">
                    <a16:creationId xmlns:a16="http://schemas.microsoft.com/office/drawing/2014/main" id="{3A196B2E-34DE-E962-66D6-732630551B7E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694;p13">
                <a:extLst>
                  <a:ext uri="{FF2B5EF4-FFF2-40B4-BE49-F238E27FC236}">
                    <a16:creationId xmlns:a16="http://schemas.microsoft.com/office/drawing/2014/main" id="{E368AA71-DFB5-E019-DABD-A711B5B45BCB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oogle Shape;695;p13">
              <a:extLst>
                <a:ext uri="{FF2B5EF4-FFF2-40B4-BE49-F238E27FC236}">
                  <a16:creationId xmlns:a16="http://schemas.microsoft.com/office/drawing/2014/main" id="{1138B2C8-0C77-5D16-500A-DD762CA668DE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9" name="Google Shape;696;p13">
                <a:extLst>
                  <a:ext uri="{FF2B5EF4-FFF2-40B4-BE49-F238E27FC236}">
                    <a16:creationId xmlns:a16="http://schemas.microsoft.com/office/drawing/2014/main" id="{21AA497A-07AF-23A5-93A4-BBBDD3D6179F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697;p13">
                <a:extLst>
                  <a:ext uri="{FF2B5EF4-FFF2-40B4-BE49-F238E27FC236}">
                    <a16:creationId xmlns:a16="http://schemas.microsoft.com/office/drawing/2014/main" id="{3C2B7B91-C498-DFC8-58A5-E0A40337C4AC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oogle Shape;698;p13">
              <a:extLst>
                <a:ext uri="{FF2B5EF4-FFF2-40B4-BE49-F238E27FC236}">
                  <a16:creationId xmlns:a16="http://schemas.microsoft.com/office/drawing/2014/main" id="{7690D326-7FD5-2BB8-8815-774F9ECD7573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7" name="Google Shape;699;p13">
                <a:extLst>
                  <a:ext uri="{FF2B5EF4-FFF2-40B4-BE49-F238E27FC236}">
                    <a16:creationId xmlns:a16="http://schemas.microsoft.com/office/drawing/2014/main" id="{EC3C3EAF-3CB7-8424-D526-DBF11856183D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700;p13">
                <a:extLst>
                  <a:ext uri="{FF2B5EF4-FFF2-40B4-BE49-F238E27FC236}">
                    <a16:creationId xmlns:a16="http://schemas.microsoft.com/office/drawing/2014/main" id="{61BF35DF-8A0B-2C0F-57EE-F74D40674712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Google Shape;703;p13">
              <a:extLst>
                <a:ext uri="{FF2B5EF4-FFF2-40B4-BE49-F238E27FC236}">
                  <a16:creationId xmlns:a16="http://schemas.microsoft.com/office/drawing/2014/main" id="{0341B106-533D-54EF-311B-89BB02AE0817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05348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F1FC5-BDDE-3138-8543-6CB6BE5C0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>
            <a:extLst>
              <a:ext uri="{FF2B5EF4-FFF2-40B4-BE49-F238E27FC236}">
                <a16:creationId xmlns:a16="http://schemas.microsoft.com/office/drawing/2014/main" id="{E8D32E29-516B-C2C9-0991-A6B78DAE527C}"/>
              </a:ext>
            </a:extLst>
          </p:cNvPr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>
              <a:extLst>
                <a:ext uri="{FF2B5EF4-FFF2-40B4-BE49-F238E27FC236}">
                  <a16:creationId xmlns:a16="http://schemas.microsoft.com/office/drawing/2014/main" id="{ED149165-8CEF-731E-5CE6-02E82E1BA8F9}"/>
                </a:ext>
              </a:extLst>
            </p:cNvPr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>
              <a:extLst>
                <a:ext uri="{FF2B5EF4-FFF2-40B4-BE49-F238E27FC236}">
                  <a16:creationId xmlns:a16="http://schemas.microsoft.com/office/drawing/2014/main" id="{E303AE31-5D0D-171B-0D59-92BA7CAE4F9D}"/>
                </a:ext>
              </a:extLst>
            </p:cNvPr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>
            <a:extLst>
              <a:ext uri="{FF2B5EF4-FFF2-40B4-BE49-F238E27FC236}">
                <a16:creationId xmlns:a16="http://schemas.microsoft.com/office/drawing/2014/main" id="{DD7DBB63-CD8C-846B-27B0-9B63BBFE0392}"/>
              </a:ext>
            </a:extLst>
          </p:cNvPr>
          <p:cNvGrpSpPr/>
          <p:nvPr/>
        </p:nvGrpSpPr>
        <p:grpSpPr>
          <a:xfrm>
            <a:off x="1138320" y="2129400"/>
            <a:ext cx="2065320" cy="1436760"/>
            <a:chOff x="1138320" y="2129400"/>
            <a:chExt cx="2065320" cy="1436760"/>
          </a:xfrm>
        </p:grpSpPr>
        <p:sp>
          <p:nvSpPr>
            <p:cNvPr id="287" name="Google Shape;633;p13">
              <a:extLst>
                <a:ext uri="{FF2B5EF4-FFF2-40B4-BE49-F238E27FC236}">
                  <a16:creationId xmlns:a16="http://schemas.microsoft.com/office/drawing/2014/main" id="{F15FAB17-AA19-E4C0-4C57-7493A083C77B}"/>
                </a:ext>
              </a:extLst>
            </p:cNvPr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>
              <a:extLst>
                <a:ext uri="{FF2B5EF4-FFF2-40B4-BE49-F238E27FC236}">
                  <a16:creationId xmlns:a16="http://schemas.microsoft.com/office/drawing/2014/main" id="{0D1D2A0D-34E8-49E7-EFFB-E10F27E1100D}"/>
                </a:ext>
              </a:extLst>
            </p:cNvPr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>
            <a:extLst>
              <a:ext uri="{FF2B5EF4-FFF2-40B4-BE49-F238E27FC236}">
                <a16:creationId xmlns:a16="http://schemas.microsoft.com/office/drawing/2014/main" id="{74F60762-DDEC-40AD-554C-1856EDE74A2E}"/>
              </a:ext>
            </a:extLst>
          </p:cNvPr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>
              <a:extLst>
                <a:ext uri="{FF2B5EF4-FFF2-40B4-BE49-F238E27FC236}">
                  <a16:creationId xmlns:a16="http://schemas.microsoft.com/office/drawing/2014/main" id="{A01CAD74-D53F-8576-6767-495461E88890}"/>
                </a:ext>
              </a:extLst>
            </p:cNvPr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>
                <a:extLst>
                  <a:ext uri="{FF2B5EF4-FFF2-40B4-BE49-F238E27FC236}">
                    <a16:creationId xmlns:a16="http://schemas.microsoft.com/office/drawing/2014/main" id="{E5E5CAF2-3734-C881-24F5-A1B1356F5432}"/>
                  </a:ext>
                </a:extLst>
              </p:cNvPr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>
                <a:extLst>
                  <a:ext uri="{FF2B5EF4-FFF2-40B4-BE49-F238E27FC236}">
                    <a16:creationId xmlns:a16="http://schemas.microsoft.com/office/drawing/2014/main" id="{AF6CC83D-A287-7DF2-DD4F-F1070B0A0BCB}"/>
                  </a:ext>
                </a:extLst>
              </p:cNvPr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>
              <a:extLst>
                <a:ext uri="{FF2B5EF4-FFF2-40B4-BE49-F238E27FC236}">
                  <a16:creationId xmlns:a16="http://schemas.microsoft.com/office/drawing/2014/main" id="{45F7122A-343E-0EAC-2772-3799768707C6}"/>
                </a:ext>
              </a:extLst>
            </p:cNvPr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>
                <a:extLst>
                  <a:ext uri="{FF2B5EF4-FFF2-40B4-BE49-F238E27FC236}">
                    <a16:creationId xmlns:a16="http://schemas.microsoft.com/office/drawing/2014/main" id="{7C29FD12-958F-338E-9F0D-B02648AC5EAB}"/>
                  </a:ext>
                </a:extLst>
              </p:cNvPr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>
                <a:extLst>
                  <a:ext uri="{FF2B5EF4-FFF2-40B4-BE49-F238E27FC236}">
                    <a16:creationId xmlns:a16="http://schemas.microsoft.com/office/drawing/2014/main" id="{B563D46D-AD3D-23ED-C83F-55FA9235D9BC}"/>
                  </a:ext>
                </a:extLst>
              </p:cNvPr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>
              <a:extLst>
                <a:ext uri="{FF2B5EF4-FFF2-40B4-BE49-F238E27FC236}">
                  <a16:creationId xmlns:a16="http://schemas.microsoft.com/office/drawing/2014/main" id="{BFD00E3F-7C66-1392-F75C-F572B2AB37C7}"/>
                </a:ext>
              </a:extLst>
            </p:cNvPr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>
                <a:extLst>
                  <a:ext uri="{FF2B5EF4-FFF2-40B4-BE49-F238E27FC236}">
                    <a16:creationId xmlns:a16="http://schemas.microsoft.com/office/drawing/2014/main" id="{247925F3-6217-7F06-22C9-6FFA1EC1022F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>
                <a:extLst>
                  <a:ext uri="{FF2B5EF4-FFF2-40B4-BE49-F238E27FC236}">
                    <a16:creationId xmlns:a16="http://schemas.microsoft.com/office/drawing/2014/main" id="{00744295-BB94-2B7B-7209-75B696886629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>
              <a:extLst>
                <a:ext uri="{FF2B5EF4-FFF2-40B4-BE49-F238E27FC236}">
                  <a16:creationId xmlns:a16="http://schemas.microsoft.com/office/drawing/2014/main" id="{CD4F741D-95DA-865B-1433-ECD8022DDA73}"/>
                </a:ext>
              </a:extLst>
            </p:cNvPr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>
                <a:extLst>
                  <a:ext uri="{FF2B5EF4-FFF2-40B4-BE49-F238E27FC236}">
                    <a16:creationId xmlns:a16="http://schemas.microsoft.com/office/drawing/2014/main" id="{779310EB-7B9D-530A-F180-C6F607606AA3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>
                <a:extLst>
                  <a:ext uri="{FF2B5EF4-FFF2-40B4-BE49-F238E27FC236}">
                    <a16:creationId xmlns:a16="http://schemas.microsoft.com/office/drawing/2014/main" id="{2E57A555-C0CA-413A-8172-2C0474286F24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>
              <a:extLst>
                <a:ext uri="{FF2B5EF4-FFF2-40B4-BE49-F238E27FC236}">
                  <a16:creationId xmlns:a16="http://schemas.microsoft.com/office/drawing/2014/main" id="{9700457D-AFEB-6151-8156-8EE27604BC00}"/>
                </a:ext>
              </a:extLst>
            </p:cNvPr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>
                <a:extLst>
                  <a:ext uri="{FF2B5EF4-FFF2-40B4-BE49-F238E27FC236}">
                    <a16:creationId xmlns:a16="http://schemas.microsoft.com/office/drawing/2014/main" id="{178AB809-43A3-3018-7140-A5C610D5EAA4}"/>
                  </a:ext>
                </a:extLst>
              </p:cNvPr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>
                <a:extLst>
                  <a:ext uri="{FF2B5EF4-FFF2-40B4-BE49-F238E27FC236}">
                    <a16:creationId xmlns:a16="http://schemas.microsoft.com/office/drawing/2014/main" id="{3C98E4A6-D8F6-A782-A91D-8B9D7EE71890}"/>
                  </a:ext>
                </a:extLst>
              </p:cNvPr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>
              <a:extLst>
                <a:ext uri="{FF2B5EF4-FFF2-40B4-BE49-F238E27FC236}">
                  <a16:creationId xmlns:a16="http://schemas.microsoft.com/office/drawing/2014/main" id="{CC2C28D6-D989-C35F-1A8C-40162C95A7EB}"/>
                </a:ext>
              </a:extLst>
            </p:cNvPr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>
                <a:extLst>
                  <a:ext uri="{FF2B5EF4-FFF2-40B4-BE49-F238E27FC236}">
                    <a16:creationId xmlns:a16="http://schemas.microsoft.com/office/drawing/2014/main" id="{A679D3CE-76C0-A0C7-0ADF-994C1A9977E9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>
                <a:extLst>
                  <a:ext uri="{FF2B5EF4-FFF2-40B4-BE49-F238E27FC236}">
                    <a16:creationId xmlns:a16="http://schemas.microsoft.com/office/drawing/2014/main" id="{455BF0C4-31AA-C581-EB67-F34B7A3E179D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>
              <a:extLst>
                <a:ext uri="{FF2B5EF4-FFF2-40B4-BE49-F238E27FC236}">
                  <a16:creationId xmlns:a16="http://schemas.microsoft.com/office/drawing/2014/main" id="{19AB42C2-311D-4E35-3B52-093F8F0B69EF}"/>
                </a:ext>
              </a:extLst>
            </p:cNvPr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>
                <a:extLst>
                  <a:ext uri="{FF2B5EF4-FFF2-40B4-BE49-F238E27FC236}">
                    <a16:creationId xmlns:a16="http://schemas.microsoft.com/office/drawing/2014/main" id="{711FA1FC-6422-A546-7F78-0EAA5883C49E}"/>
                  </a:ext>
                </a:extLst>
              </p:cNvPr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>
                <a:extLst>
                  <a:ext uri="{FF2B5EF4-FFF2-40B4-BE49-F238E27FC236}">
                    <a16:creationId xmlns:a16="http://schemas.microsoft.com/office/drawing/2014/main" id="{7CDAC446-397E-E929-D893-BCC442F96986}"/>
                  </a:ext>
                </a:extLst>
              </p:cNvPr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>
              <a:extLst>
                <a:ext uri="{FF2B5EF4-FFF2-40B4-BE49-F238E27FC236}">
                  <a16:creationId xmlns:a16="http://schemas.microsoft.com/office/drawing/2014/main" id="{44738F7F-DE62-28A3-BC47-8C6E0B437FC1}"/>
                </a:ext>
              </a:extLst>
            </p:cNvPr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>
                <a:extLst>
                  <a:ext uri="{FF2B5EF4-FFF2-40B4-BE49-F238E27FC236}">
                    <a16:creationId xmlns:a16="http://schemas.microsoft.com/office/drawing/2014/main" id="{9CFB1285-187C-2282-32D5-346BB9D89D12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>
                <a:extLst>
                  <a:ext uri="{FF2B5EF4-FFF2-40B4-BE49-F238E27FC236}">
                    <a16:creationId xmlns:a16="http://schemas.microsoft.com/office/drawing/2014/main" id="{25089F7A-173B-A7FE-9310-CFE033CB4C4D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>
              <a:extLst>
                <a:ext uri="{FF2B5EF4-FFF2-40B4-BE49-F238E27FC236}">
                  <a16:creationId xmlns:a16="http://schemas.microsoft.com/office/drawing/2014/main" id="{25578214-0AC2-0913-C3B0-90EBEEBF9E36}"/>
                </a:ext>
              </a:extLst>
            </p:cNvPr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>
                <a:extLst>
                  <a:ext uri="{FF2B5EF4-FFF2-40B4-BE49-F238E27FC236}">
                    <a16:creationId xmlns:a16="http://schemas.microsoft.com/office/drawing/2014/main" id="{226D95B7-1AC5-A28F-7FF6-446C225C74B0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>
                <a:extLst>
                  <a:ext uri="{FF2B5EF4-FFF2-40B4-BE49-F238E27FC236}">
                    <a16:creationId xmlns:a16="http://schemas.microsoft.com/office/drawing/2014/main" id="{3624A6FC-4CB6-CDC2-46FA-9A49DA767013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>
            <a:extLst>
              <a:ext uri="{FF2B5EF4-FFF2-40B4-BE49-F238E27FC236}">
                <a16:creationId xmlns:a16="http://schemas.microsoft.com/office/drawing/2014/main" id="{E39E26D6-0BF6-3357-94E9-B3E1132C8E1E}"/>
              </a:ext>
            </a:extLst>
          </p:cNvPr>
          <p:cNvSpPr/>
          <p:nvPr/>
        </p:nvSpPr>
        <p:spPr>
          <a:xfrm>
            <a:off x="3657600" y="2392560"/>
            <a:ext cx="949428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WHAT IS Odoo Good at?....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360" name="Google Shape;706;p13">
            <a:extLst>
              <a:ext uri="{FF2B5EF4-FFF2-40B4-BE49-F238E27FC236}">
                <a16:creationId xmlns:a16="http://schemas.microsoft.com/office/drawing/2014/main" id="{BEE6B0BE-61F8-8877-1E8B-D9964FE3D784}"/>
              </a:ext>
            </a:extLst>
          </p:cNvPr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010</a:t>
            </a:r>
            <a:endParaRPr lang="en-US" sz="7870" b="0" strike="noStrike" spc="-1" dirty="0">
              <a:latin typeface="Arial"/>
            </a:endParaRPr>
          </a:p>
        </p:txBody>
      </p:sp>
      <p:sp>
        <p:nvSpPr>
          <p:cNvPr id="361" name="Google Shape;707;p13">
            <a:extLst>
              <a:ext uri="{FF2B5EF4-FFF2-40B4-BE49-F238E27FC236}">
                <a16:creationId xmlns:a16="http://schemas.microsoft.com/office/drawing/2014/main" id="{09DB61DA-013A-D3CE-BE99-3E6A13D6D316}"/>
              </a:ext>
            </a:extLst>
          </p:cNvPr>
          <p:cNvSpPr/>
          <p:nvPr/>
        </p:nvSpPr>
        <p:spPr>
          <a:xfrm>
            <a:off x="1194435" y="4285615"/>
            <a:ext cx="11811635" cy="567072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457200" indent="-45720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r>
              <a:rPr lang="en-US" sz="3200" dirty="0"/>
              <a:t>Easy Integration With External Systems</a:t>
            </a:r>
          </a:p>
          <a:p>
            <a:pPr marL="1485900" lvl="2" indent="-571500">
              <a:lnSpc>
                <a:spcPct val="94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3600" dirty="0"/>
              <a:t>Odoo connects smoothly with third-party platforms through APIs, enabling seamless data flow.</a:t>
            </a:r>
          </a:p>
          <a:p>
            <a:pPr marL="571500" indent="-571500">
              <a:lnSpc>
                <a:spcPct val="94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600" dirty="0"/>
              <a:t>Comprehensive Documentation</a:t>
            </a:r>
          </a:p>
          <a:p>
            <a:pPr marL="1943100" lvl="3" indent="-571500">
              <a:lnSpc>
                <a:spcPct val="94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3600" dirty="0"/>
              <a:t>Well-structured reference materials support both users and developers in understanding and extending the system</a:t>
            </a:r>
          </a:p>
          <a:p>
            <a:pPr marL="571500" indent="-571500">
              <a:lnSpc>
                <a:spcPct val="94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3600" dirty="0"/>
              <a:t>Strong and Active Community</a:t>
            </a:r>
          </a:p>
          <a:p>
            <a:pPr marL="1943100" lvl="3" indent="-571500">
              <a:lnSpc>
                <a:spcPct val="94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3600" dirty="0"/>
              <a:t>A global ecosystem of contributors, developers, and partners continuously enriches modules, support resources, and innovations.</a:t>
            </a:r>
          </a:p>
        </p:txBody>
      </p:sp>
      <p:grpSp>
        <p:nvGrpSpPr>
          <p:cNvPr id="2" name="Google Shape;691;p13">
            <a:extLst>
              <a:ext uri="{FF2B5EF4-FFF2-40B4-BE49-F238E27FC236}">
                <a16:creationId xmlns:a16="http://schemas.microsoft.com/office/drawing/2014/main" id="{5D5942C5-9CDD-4205-AC01-BDAEBC20AECD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3" name="Google Shape;692;p13">
              <a:extLst>
                <a:ext uri="{FF2B5EF4-FFF2-40B4-BE49-F238E27FC236}">
                  <a16:creationId xmlns:a16="http://schemas.microsoft.com/office/drawing/2014/main" id="{1BC5FDDD-729F-0CCC-6AD8-09E638E8D778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1" name="Google Shape;693;p13">
                <a:extLst>
                  <a:ext uri="{FF2B5EF4-FFF2-40B4-BE49-F238E27FC236}">
                    <a16:creationId xmlns:a16="http://schemas.microsoft.com/office/drawing/2014/main" id="{4EEFFDD9-381B-A7EC-A40B-D1589E72A501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694;p13">
                <a:extLst>
                  <a:ext uri="{FF2B5EF4-FFF2-40B4-BE49-F238E27FC236}">
                    <a16:creationId xmlns:a16="http://schemas.microsoft.com/office/drawing/2014/main" id="{CEF098E1-B081-2BC5-A813-C0CC32C1C3BB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oogle Shape;695;p13">
              <a:extLst>
                <a:ext uri="{FF2B5EF4-FFF2-40B4-BE49-F238E27FC236}">
                  <a16:creationId xmlns:a16="http://schemas.microsoft.com/office/drawing/2014/main" id="{D6AB989B-6829-ED35-AC4C-62B4715FB26B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9" name="Google Shape;696;p13">
                <a:extLst>
                  <a:ext uri="{FF2B5EF4-FFF2-40B4-BE49-F238E27FC236}">
                    <a16:creationId xmlns:a16="http://schemas.microsoft.com/office/drawing/2014/main" id="{C5F5CCE0-45FA-8A80-F946-32A452B67A42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697;p13">
                <a:extLst>
                  <a:ext uri="{FF2B5EF4-FFF2-40B4-BE49-F238E27FC236}">
                    <a16:creationId xmlns:a16="http://schemas.microsoft.com/office/drawing/2014/main" id="{8B99CCB9-C9D7-4748-B2B2-37D0183BB4E6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oogle Shape;698;p13">
              <a:extLst>
                <a:ext uri="{FF2B5EF4-FFF2-40B4-BE49-F238E27FC236}">
                  <a16:creationId xmlns:a16="http://schemas.microsoft.com/office/drawing/2014/main" id="{8D9F485A-C7BC-92EE-6E49-23BFD2DB29B4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7" name="Google Shape;699;p13">
                <a:extLst>
                  <a:ext uri="{FF2B5EF4-FFF2-40B4-BE49-F238E27FC236}">
                    <a16:creationId xmlns:a16="http://schemas.microsoft.com/office/drawing/2014/main" id="{5FD401DA-A33B-09A6-7DC4-8D7FA67F4767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700;p13">
                <a:extLst>
                  <a:ext uri="{FF2B5EF4-FFF2-40B4-BE49-F238E27FC236}">
                    <a16:creationId xmlns:a16="http://schemas.microsoft.com/office/drawing/2014/main" id="{311E71F5-1589-0376-B494-2FFD266CBFB9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Google Shape;703;p13">
              <a:extLst>
                <a:ext uri="{FF2B5EF4-FFF2-40B4-BE49-F238E27FC236}">
                  <a16:creationId xmlns:a16="http://schemas.microsoft.com/office/drawing/2014/main" id="{D2682E98-4380-3B68-983D-396C59742106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9454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2B682-5D7D-5377-9108-5127C12F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>
            <a:extLst>
              <a:ext uri="{FF2B5EF4-FFF2-40B4-BE49-F238E27FC236}">
                <a16:creationId xmlns:a16="http://schemas.microsoft.com/office/drawing/2014/main" id="{CE7C61F2-BBD0-98F2-1831-F57BD63C8758}"/>
              </a:ext>
            </a:extLst>
          </p:cNvPr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>
              <a:extLst>
                <a:ext uri="{FF2B5EF4-FFF2-40B4-BE49-F238E27FC236}">
                  <a16:creationId xmlns:a16="http://schemas.microsoft.com/office/drawing/2014/main" id="{D7208E8C-5E24-5AB2-2FB4-A876EBC7437E}"/>
                </a:ext>
              </a:extLst>
            </p:cNvPr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>
              <a:extLst>
                <a:ext uri="{FF2B5EF4-FFF2-40B4-BE49-F238E27FC236}">
                  <a16:creationId xmlns:a16="http://schemas.microsoft.com/office/drawing/2014/main" id="{7EDFA40A-1B4F-5B9E-17CA-30EBAD20A1F2}"/>
                </a:ext>
              </a:extLst>
            </p:cNvPr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>
            <a:extLst>
              <a:ext uri="{FF2B5EF4-FFF2-40B4-BE49-F238E27FC236}">
                <a16:creationId xmlns:a16="http://schemas.microsoft.com/office/drawing/2014/main" id="{5C885BF2-C51E-9764-666D-A0A04C808AFC}"/>
              </a:ext>
            </a:extLst>
          </p:cNvPr>
          <p:cNvGrpSpPr/>
          <p:nvPr/>
        </p:nvGrpSpPr>
        <p:grpSpPr>
          <a:xfrm>
            <a:off x="1138320" y="2129400"/>
            <a:ext cx="2065320" cy="1436760"/>
            <a:chOff x="1138320" y="2129400"/>
            <a:chExt cx="2065320" cy="1436760"/>
          </a:xfrm>
        </p:grpSpPr>
        <p:sp>
          <p:nvSpPr>
            <p:cNvPr id="287" name="Google Shape;633;p13">
              <a:extLst>
                <a:ext uri="{FF2B5EF4-FFF2-40B4-BE49-F238E27FC236}">
                  <a16:creationId xmlns:a16="http://schemas.microsoft.com/office/drawing/2014/main" id="{D05B220B-AD77-3E9A-6910-E939FF0F87CF}"/>
                </a:ext>
              </a:extLst>
            </p:cNvPr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>
              <a:extLst>
                <a:ext uri="{FF2B5EF4-FFF2-40B4-BE49-F238E27FC236}">
                  <a16:creationId xmlns:a16="http://schemas.microsoft.com/office/drawing/2014/main" id="{74DAADD7-1D37-67BB-3918-7AF3FE44676F}"/>
                </a:ext>
              </a:extLst>
            </p:cNvPr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>
            <a:extLst>
              <a:ext uri="{FF2B5EF4-FFF2-40B4-BE49-F238E27FC236}">
                <a16:creationId xmlns:a16="http://schemas.microsoft.com/office/drawing/2014/main" id="{AB405538-75D8-5B22-2A0F-A7FDC4BE23FA}"/>
              </a:ext>
            </a:extLst>
          </p:cNvPr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>
              <a:extLst>
                <a:ext uri="{FF2B5EF4-FFF2-40B4-BE49-F238E27FC236}">
                  <a16:creationId xmlns:a16="http://schemas.microsoft.com/office/drawing/2014/main" id="{BB18A9D6-B4DA-7380-1683-6B892FAFEC4A}"/>
                </a:ext>
              </a:extLst>
            </p:cNvPr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>
                <a:extLst>
                  <a:ext uri="{FF2B5EF4-FFF2-40B4-BE49-F238E27FC236}">
                    <a16:creationId xmlns:a16="http://schemas.microsoft.com/office/drawing/2014/main" id="{DB9BE8A6-2A79-36FA-9E69-A657F4073D7C}"/>
                  </a:ext>
                </a:extLst>
              </p:cNvPr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>
                <a:extLst>
                  <a:ext uri="{FF2B5EF4-FFF2-40B4-BE49-F238E27FC236}">
                    <a16:creationId xmlns:a16="http://schemas.microsoft.com/office/drawing/2014/main" id="{98F97323-811E-DDF9-AB2F-75270F418D24}"/>
                  </a:ext>
                </a:extLst>
              </p:cNvPr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>
              <a:extLst>
                <a:ext uri="{FF2B5EF4-FFF2-40B4-BE49-F238E27FC236}">
                  <a16:creationId xmlns:a16="http://schemas.microsoft.com/office/drawing/2014/main" id="{E1E306D4-170B-B33B-6FC3-05D22CE573BA}"/>
                </a:ext>
              </a:extLst>
            </p:cNvPr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>
                <a:extLst>
                  <a:ext uri="{FF2B5EF4-FFF2-40B4-BE49-F238E27FC236}">
                    <a16:creationId xmlns:a16="http://schemas.microsoft.com/office/drawing/2014/main" id="{DEDA0CE5-B2DA-2061-0495-7987D3EC91DC}"/>
                  </a:ext>
                </a:extLst>
              </p:cNvPr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>
                <a:extLst>
                  <a:ext uri="{FF2B5EF4-FFF2-40B4-BE49-F238E27FC236}">
                    <a16:creationId xmlns:a16="http://schemas.microsoft.com/office/drawing/2014/main" id="{C7005E53-984F-2986-002E-F60EC0AA1BF7}"/>
                  </a:ext>
                </a:extLst>
              </p:cNvPr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>
              <a:extLst>
                <a:ext uri="{FF2B5EF4-FFF2-40B4-BE49-F238E27FC236}">
                  <a16:creationId xmlns:a16="http://schemas.microsoft.com/office/drawing/2014/main" id="{AB310DC1-B168-204C-529B-03BAC56A7DBE}"/>
                </a:ext>
              </a:extLst>
            </p:cNvPr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>
                <a:extLst>
                  <a:ext uri="{FF2B5EF4-FFF2-40B4-BE49-F238E27FC236}">
                    <a16:creationId xmlns:a16="http://schemas.microsoft.com/office/drawing/2014/main" id="{C8691C57-B000-8461-7A9E-A8BD394C802E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>
                <a:extLst>
                  <a:ext uri="{FF2B5EF4-FFF2-40B4-BE49-F238E27FC236}">
                    <a16:creationId xmlns:a16="http://schemas.microsoft.com/office/drawing/2014/main" id="{A4C969E8-82C7-4374-1C4D-D660EF94944F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>
              <a:extLst>
                <a:ext uri="{FF2B5EF4-FFF2-40B4-BE49-F238E27FC236}">
                  <a16:creationId xmlns:a16="http://schemas.microsoft.com/office/drawing/2014/main" id="{56C7841C-7730-8E36-C35F-B45A880414BE}"/>
                </a:ext>
              </a:extLst>
            </p:cNvPr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>
                <a:extLst>
                  <a:ext uri="{FF2B5EF4-FFF2-40B4-BE49-F238E27FC236}">
                    <a16:creationId xmlns:a16="http://schemas.microsoft.com/office/drawing/2014/main" id="{8C78E22B-211F-61E2-73C8-6B54DD19C6DB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>
                <a:extLst>
                  <a:ext uri="{FF2B5EF4-FFF2-40B4-BE49-F238E27FC236}">
                    <a16:creationId xmlns:a16="http://schemas.microsoft.com/office/drawing/2014/main" id="{D3507312-2EA2-CAE7-898F-85B236F6B7E2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>
              <a:extLst>
                <a:ext uri="{FF2B5EF4-FFF2-40B4-BE49-F238E27FC236}">
                  <a16:creationId xmlns:a16="http://schemas.microsoft.com/office/drawing/2014/main" id="{7F324275-0495-F0AC-EE9F-C84133C4E758}"/>
                </a:ext>
              </a:extLst>
            </p:cNvPr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>
                <a:extLst>
                  <a:ext uri="{FF2B5EF4-FFF2-40B4-BE49-F238E27FC236}">
                    <a16:creationId xmlns:a16="http://schemas.microsoft.com/office/drawing/2014/main" id="{CCB5D112-EC9F-69AE-72D9-6632521588D1}"/>
                  </a:ext>
                </a:extLst>
              </p:cNvPr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>
                <a:extLst>
                  <a:ext uri="{FF2B5EF4-FFF2-40B4-BE49-F238E27FC236}">
                    <a16:creationId xmlns:a16="http://schemas.microsoft.com/office/drawing/2014/main" id="{4698D4D7-A9DB-7CF9-315A-8439BD469A23}"/>
                  </a:ext>
                </a:extLst>
              </p:cNvPr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>
              <a:extLst>
                <a:ext uri="{FF2B5EF4-FFF2-40B4-BE49-F238E27FC236}">
                  <a16:creationId xmlns:a16="http://schemas.microsoft.com/office/drawing/2014/main" id="{4400C547-9795-289A-144F-EFA157BDDEF1}"/>
                </a:ext>
              </a:extLst>
            </p:cNvPr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>
                <a:extLst>
                  <a:ext uri="{FF2B5EF4-FFF2-40B4-BE49-F238E27FC236}">
                    <a16:creationId xmlns:a16="http://schemas.microsoft.com/office/drawing/2014/main" id="{5FAB67FD-3C50-1EF6-0662-5D0DF2F17A9A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>
                <a:extLst>
                  <a:ext uri="{FF2B5EF4-FFF2-40B4-BE49-F238E27FC236}">
                    <a16:creationId xmlns:a16="http://schemas.microsoft.com/office/drawing/2014/main" id="{0D32E779-5B4F-6B07-DD5C-6F33D14A0137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>
              <a:extLst>
                <a:ext uri="{FF2B5EF4-FFF2-40B4-BE49-F238E27FC236}">
                  <a16:creationId xmlns:a16="http://schemas.microsoft.com/office/drawing/2014/main" id="{53C43935-D66F-E183-B3BA-BAF224A6D544}"/>
                </a:ext>
              </a:extLst>
            </p:cNvPr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>
                <a:extLst>
                  <a:ext uri="{FF2B5EF4-FFF2-40B4-BE49-F238E27FC236}">
                    <a16:creationId xmlns:a16="http://schemas.microsoft.com/office/drawing/2014/main" id="{D1C1E9C9-B433-BA5A-36AF-F36A4BB19532}"/>
                  </a:ext>
                </a:extLst>
              </p:cNvPr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>
                <a:extLst>
                  <a:ext uri="{FF2B5EF4-FFF2-40B4-BE49-F238E27FC236}">
                    <a16:creationId xmlns:a16="http://schemas.microsoft.com/office/drawing/2014/main" id="{CB0CC801-FA9B-F157-CFB4-F8601BE5CFDD}"/>
                  </a:ext>
                </a:extLst>
              </p:cNvPr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>
              <a:extLst>
                <a:ext uri="{FF2B5EF4-FFF2-40B4-BE49-F238E27FC236}">
                  <a16:creationId xmlns:a16="http://schemas.microsoft.com/office/drawing/2014/main" id="{63AC105E-8451-7207-9D6F-B997141A005E}"/>
                </a:ext>
              </a:extLst>
            </p:cNvPr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>
                <a:extLst>
                  <a:ext uri="{FF2B5EF4-FFF2-40B4-BE49-F238E27FC236}">
                    <a16:creationId xmlns:a16="http://schemas.microsoft.com/office/drawing/2014/main" id="{956ACD23-6FFA-7BB9-B1FE-539C26415182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>
                <a:extLst>
                  <a:ext uri="{FF2B5EF4-FFF2-40B4-BE49-F238E27FC236}">
                    <a16:creationId xmlns:a16="http://schemas.microsoft.com/office/drawing/2014/main" id="{34E2C928-9ECC-71F5-AD01-7796922E208D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>
              <a:extLst>
                <a:ext uri="{FF2B5EF4-FFF2-40B4-BE49-F238E27FC236}">
                  <a16:creationId xmlns:a16="http://schemas.microsoft.com/office/drawing/2014/main" id="{D1131B53-FCD6-1728-838A-34D274DC80B8}"/>
                </a:ext>
              </a:extLst>
            </p:cNvPr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>
                <a:extLst>
                  <a:ext uri="{FF2B5EF4-FFF2-40B4-BE49-F238E27FC236}">
                    <a16:creationId xmlns:a16="http://schemas.microsoft.com/office/drawing/2014/main" id="{B619164B-3F56-FEED-FE60-47DC5CE5A65A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>
                <a:extLst>
                  <a:ext uri="{FF2B5EF4-FFF2-40B4-BE49-F238E27FC236}">
                    <a16:creationId xmlns:a16="http://schemas.microsoft.com/office/drawing/2014/main" id="{99811859-6AF8-AC01-DEDE-9B497404461C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>
            <a:extLst>
              <a:ext uri="{FF2B5EF4-FFF2-40B4-BE49-F238E27FC236}">
                <a16:creationId xmlns:a16="http://schemas.microsoft.com/office/drawing/2014/main" id="{5E952FAC-AA02-6DB5-BAC0-6D4AB909AEC0}"/>
              </a:ext>
            </a:extLst>
          </p:cNvPr>
          <p:cNvSpPr/>
          <p:nvPr/>
        </p:nvSpPr>
        <p:spPr>
          <a:xfrm>
            <a:off x="3657600" y="2392560"/>
            <a:ext cx="949428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WHAT IS Odoo </a:t>
            </a:r>
            <a:r>
              <a:rPr lang="en-US" sz="5400" spc="-1" dirty="0">
                <a:solidFill>
                  <a:srgbClr val="393A3F"/>
                </a:solidFill>
                <a:latin typeface="Anton"/>
                <a:ea typeface="Anton"/>
              </a:rPr>
              <a:t>limitation</a:t>
            </a:r>
            <a:r>
              <a:rPr lang="en-US" sz="5400" b="0" strike="noStrike" spc="-1" dirty="0">
                <a:solidFill>
                  <a:srgbClr val="393A3F"/>
                </a:solidFill>
                <a:latin typeface="Anton"/>
                <a:ea typeface="Anton"/>
              </a:rPr>
              <a:t>?....</a:t>
            </a:r>
            <a:endParaRPr lang="en-US" sz="5400" b="0" strike="noStrike" spc="-1" dirty="0">
              <a:latin typeface="Arial"/>
            </a:endParaRPr>
          </a:p>
        </p:txBody>
      </p:sp>
      <p:sp>
        <p:nvSpPr>
          <p:cNvPr id="360" name="Google Shape;706;p13">
            <a:extLst>
              <a:ext uri="{FF2B5EF4-FFF2-40B4-BE49-F238E27FC236}">
                <a16:creationId xmlns:a16="http://schemas.microsoft.com/office/drawing/2014/main" id="{CF48C4F9-DBE7-8A7E-2E72-C5E8A5CD4715}"/>
              </a:ext>
            </a:extLst>
          </p:cNvPr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01</a:t>
            </a:r>
            <a:r>
              <a:rPr lang="en-US" sz="7870" spc="-1" dirty="0">
                <a:solidFill>
                  <a:srgbClr val="FFFFFF"/>
                </a:solidFill>
                <a:latin typeface="Anton"/>
                <a:ea typeface="Anton"/>
              </a:rPr>
              <a:t>2</a:t>
            </a:r>
            <a:endParaRPr lang="en-US" sz="7870" b="0" strike="noStrike" spc="-1" dirty="0">
              <a:latin typeface="Arial"/>
            </a:endParaRPr>
          </a:p>
        </p:txBody>
      </p:sp>
      <p:sp>
        <p:nvSpPr>
          <p:cNvPr id="361" name="Google Shape;707;p13">
            <a:extLst>
              <a:ext uri="{FF2B5EF4-FFF2-40B4-BE49-F238E27FC236}">
                <a16:creationId xmlns:a16="http://schemas.microsoft.com/office/drawing/2014/main" id="{3A50DA46-085E-7DE1-9208-53104408E0D3}"/>
              </a:ext>
            </a:extLst>
          </p:cNvPr>
          <p:cNvSpPr/>
          <p:nvPr/>
        </p:nvSpPr>
        <p:spPr>
          <a:xfrm>
            <a:off x="1194435" y="4285615"/>
            <a:ext cx="11811635" cy="410836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marL="457200" indent="-457200">
              <a:lnSpc>
                <a:spcPct val="94000"/>
              </a:lnSpc>
              <a:buFont typeface="Arial" panose="02080604020202020204" pitchFamily="34" charset="0"/>
              <a:buChar char="•"/>
              <a:tabLst>
                <a:tab pos="0" algn="l"/>
              </a:tabLst>
            </a:pPr>
            <a:r>
              <a:rPr lang="en-US" sz="3200" dirty="0"/>
              <a:t>Monolithic Architecture</a:t>
            </a:r>
          </a:p>
          <a:p>
            <a:pPr marL="1485900" lvl="2" indent="-571500">
              <a:lnSpc>
                <a:spcPct val="94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3600" dirty="0"/>
              <a:t>Is a </a:t>
            </a:r>
            <a:r>
              <a:rPr lang="en-US" sz="3600" b="1" dirty="0"/>
              <a:t>highly coupled monolithic system</a:t>
            </a:r>
            <a:r>
              <a:rPr lang="en-US" sz="3600" dirty="0"/>
              <a:t>.</a:t>
            </a:r>
          </a:p>
          <a:p>
            <a:pPr marL="1485900" lvl="2" indent="-571500">
              <a:lnSpc>
                <a:spcPct val="94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3600" dirty="0"/>
              <a:t>If one core module breaks (</a:t>
            </a:r>
            <a:r>
              <a:rPr lang="en-US" sz="3600" dirty="0" err="1"/>
              <a:t>e.g</a:t>
            </a:r>
            <a:r>
              <a:rPr lang="en-US" sz="3600" dirty="0"/>
              <a:t> Sales), it can disrupt dependent modules (Inventory, Accounting, Invoicing).</a:t>
            </a:r>
          </a:p>
          <a:p>
            <a:pPr marL="1485900" lvl="2" indent="-571500">
              <a:lnSpc>
                <a:spcPct val="94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3600" dirty="0"/>
              <a:t>A single failure in a model, view, or server logic can impact the entire system.</a:t>
            </a:r>
          </a:p>
          <a:p>
            <a:pPr marL="1485900" lvl="2" indent="-571500">
              <a:lnSpc>
                <a:spcPct val="94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3600" dirty="0"/>
              <a:t>Harder to identify issues, error sometimes.</a:t>
            </a:r>
          </a:p>
        </p:txBody>
      </p:sp>
      <p:grpSp>
        <p:nvGrpSpPr>
          <p:cNvPr id="2" name="Google Shape;691;p13">
            <a:extLst>
              <a:ext uri="{FF2B5EF4-FFF2-40B4-BE49-F238E27FC236}">
                <a16:creationId xmlns:a16="http://schemas.microsoft.com/office/drawing/2014/main" id="{B94B6749-CC12-65A0-EFEF-D9206C5747BA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3" name="Google Shape;692;p13">
              <a:extLst>
                <a:ext uri="{FF2B5EF4-FFF2-40B4-BE49-F238E27FC236}">
                  <a16:creationId xmlns:a16="http://schemas.microsoft.com/office/drawing/2014/main" id="{5F9624AF-6CEE-D9E9-6FCD-7256900B8DF1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1" name="Google Shape;693;p13">
                <a:extLst>
                  <a:ext uri="{FF2B5EF4-FFF2-40B4-BE49-F238E27FC236}">
                    <a16:creationId xmlns:a16="http://schemas.microsoft.com/office/drawing/2014/main" id="{81035905-9845-B531-2592-887CA076C677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694;p13">
                <a:extLst>
                  <a:ext uri="{FF2B5EF4-FFF2-40B4-BE49-F238E27FC236}">
                    <a16:creationId xmlns:a16="http://schemas.microsoft.com/office/drawing/2014/main" id="{032E11B6-02E2-BFFE-2AFF-689D12B32E6A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oogle Shape;695;p13">
              <a:extLst>
                <a:ext uri="{FF2B5EF4-FFF2-40B4-BE49-F238E27FC236}">
                  <a16:creationId xmlns:a16="http://schemas.microsoft.com/office/drawing/2014/main" id="{F94A2C78-DCF0-935C-33D8-5AE77EABBD51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9" name="Google Shape;696;p13">
                <a:extLst>
                  <a:ext uri="{FF2B5EF4-FFF2-40B4-BE49-F238E27FC236}">
                    <a16:creationId xmlns:a16="http://schemas.microsoft.com/office/drawing/2014/main" id="{42AB609B-9765-B42B-689E-BC815C07046D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697;p13">
                <a:extLst>
                  <a:ext uri="{FF2B5EF4-FFF2-40B4-BE49-F238E27FC236}">
                    <a16:creationId xmlns:a16="http://schemas.microsoft.com/office/drawing/2014/main" id="{FB18B061-6E31-FDD0-B515-3718CD916419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oogle Shape;698;p13">
              <a:extLst>
                <a:ext uri="{FF2B5EF4-FFF2-40B4-BE49-F238E27FC236}">
                  <a16:creationId xmlns:a16="http://schemas.microsoft.com/office/drawing/2014/main" id="{2772A1E7-E7FA-23A3-69EC-67D90522EECC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7" name="Google Shape;699;p13">
                <a:extLst>
                  <a:ext uri="{FF2B5EF4-FFF2-40B4-BE49-F238E27FC236}">
                    <a16:creationId xmlns:a16="http://schemas.microsoft.com/office/drawing/2014/main" id="{71374246-D77A-49F0-7A6C-1F2246E6F7B3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700;p13">
                <a:extLst>
                  <a:ext uri="{FF2B5EF4-FFF2-40B4-BE49-F238E27FC236}">
                    <a16:creationId xmlns:a16="http://schemas.microsoft.com/office/drawing/2014/main" id="{61BC57F6-07AE-1F9D-B040-28D08BB2D894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Google Shape;703;p13">
              <a:extLst>
                <a:ext uri="{FF2B5EF4-FFF2-40B4-BE49-F238E27FC236}">
                  <a16:creationId xmlns:a16="http://schemas.microsoft.com/office/drawing/2014/main" id="{DD52A2C5-DBE5-2A00-64D4-7EB822FAE5A1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0412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/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/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/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/>
          <p:cNvGrpSpPr/>
          <p:nvPr/>
        </p:nvGrpSpPr>
        <p:grpSpPr>
          <a:xfrm>
            <a:off x="1138555" y="2305050"/>
            <a:ext cx="2065020" cy="1261110"/>
            <a:chOff x="1138320" y="2129400"/>
            <a:chExt cx="2065320" cy="1436760"/>
          </a:xfrm>
        </p:grpSpPr>
        <p:sp>
          <p:nvSpPr>
            <p:cNvPr id="287" name="Google Shape;633;p13"/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/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/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/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/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/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/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/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/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/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/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/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/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/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/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/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/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/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/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/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/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/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/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/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/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/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/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/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/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/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/>
          <p:cNvSpPr/>
          <p:nvPr/>
        </p:nvSpPr>
        <p:spPr>
          <a:xfrm>
            <a:off x="3671570" y="2550795"/>
            <a:ext cx="9770110" cy="9295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1" strike="noStrike" spc="-1" dirty="0">
                <a:solidFill>
                  <a:srgbClr val="393A3F"/>
                </a:solidFill>
                <a:latin typeface="Anton"/>
                <a:ea typeface="Anton"/>
              </a:rPr>
              <a:t>Wh</a:t>
            </a:r>
            <a:r>
              <a:rPr lang="en-US" sz="5400" b="1" spc="-1" dirty="0">
                <a:solidFill>
                  <a:srgbClr val="393A3F"/>
                </a:solidFill>
                <a:latin typeface="Anton"/>
                <a:ea typeface="Anton"/>
              </a:rPr>
              <a:t>y</a:t>
            </a:r>
            <a:r>
              <a:rPr lang="en-US" sz="5400" b="1" strike="noStrike" spc="-1" dirty="0">
                <a:solidFill>
                  <a:srgbClr val="393A3F"/>
                </a:solidFill>
                <a:latin typeface="Anton"/>
                <a:ea typeface="Anton"/>
              </a:rPr>
              <a:t> Use </a:t>
            </a:r>
            <a:r>
              <a:rPr lang="en-US" sz="5400" b="1" spc="-1" dirty="0">
                <a:solidFill>
                  <a:srgbClr val="393A3F"/>
                </a:solidFill>
                <a:latin typeface="Anton"/>
                <a:ea typeface="Anton"/>
              </a:rPr>
              <a:t>Odoo?</a:t>
            </a:r>
            <a:endParaRPr lang="en-US" sz="5400" b="1" strike="noStrike" spc="-1" dirty="0">
              <a:solidFill>
                <a:srgbClr val="393A3F"/>
              </a:solidFill>
              <a:latin typeface="Anton"/>
              <a:ea typeface="Anton"/>
            </a:endParaRPr>
          </a:p>
        </p:txBody>
      </p:sp>
      <p:sp>
        <p:nvSpPr>
          <p:cNvPr id="360" name="Google Shape;706;p13"/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015</a:t>
            </a:r>
            <a:endParaRPr lang="en-US" sz="7870" b="0" strike="noStrike" spc="-1" dirty="0">
              <a:latin typeface="Arial"/>
            </a:endParaRPr>
          </a:p>
        </p:txBody>
      </p:sp>
      <p:sp>
        <p:nvSpPr>
          <p:cNvPr id="361" name="Google Shape;707;p13"/>
          <p:cNvSpPr/>
          <p:nvPr/>
        </p:nvSpPr>
        <p:spPr>
          <a:xfrm>
            <a:off x="191770" y="4135120"/>
            <a:ext cx="12823825" cy="533299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indent="0">
              <a:lnSpc>
                <a:spcPct val="224000"/>
              </a:lnSpc>
              <a:buFont typeface="Arial" panose="02080604020202020204" pitchFamily="34" charset="0"/>
              <a:buNone/>
              <a:tabLst>
                <a:tab pos="0" algn="l"/>
              </a:tabLst>
            </a:pPr>
            <a:r>
              <a:rPr lang="en-US" sz="3200" spc="-1" dirty="0">
                <a:solidFill>
                  <a:srgbClr val="000000"/>
                </a:solidFill>
                <a:ea typeface="Arial"/>
                <a:cs typeface="+mj-lt"/>
              </a:rPr>
              <a:t> ◦ </a:t>
            </a:r>
            <a:r>
              <a:rPr lang="en-US" sz="3200" b="1" spc="-1" dirty="0">
                <a:solidFill>
                  <a:srgbClr val="000000"/>
                </a:solidFill>
                <a:ea typeface="Arial"/>
                <a:cs typeface="+mj-lt"/>
              </a:rPr>
              <a:t>Large Open Source Community</a:t>
            </a:r>
            <a:r>
              <a:rPr lang="en-US" sz="3200" spc="-1" dirty="0">
                <a:solidFill>
                  <a:srgbClr val="000000"/>
                </a:solidFill>
                <a:ea typeface="Arial"/>
                <a:cs typeface="+mj-lt"/>
              </a:rPr>
              <a:t>: ODOO is </a:t>
            </a:r>
            <a:r>
              <a:rPr lang="en-US" sz="3200" spc="-1" dirty="0">
                <a:ea typeface="Arial"/>
                <a:cs typeface="+mj-lt"/>
              </a:rPr>
              <a:t>open source </a:t>
            </a:r>
            <a:r>
              <a:rPr lang="en-US" sz="3200" spc="-1" dirty="0">
                <a:solidFill>
                  <a:srgbClr val="000000"/>
                </a:solidFill>
                <a:ea typeface="Arial"/>
                <a:cs typeface="+mj-lt"/>
              </a:rPr>
              <a:t>and  </a:t>
            </a:r>
            <a:r>
              <a:rPr lang="en-US" sz="3200" spc="-1" dirty="0">
                <a:ea typeface="Arial"/>
                <a:cs typeface="+mj-lt"/>
              </a:rPr>
              <a:t>supported by developers around the world.</a:t>
            </a:r>
          </a:p>
          <a:p>
            <a:pPr indent="0">
              <a:lnSpc>
                <a:spcPct val="224000"/>
              </a:lnSpc>
              <a:buFont typeface="Arial" panose="02080604020202020204" pitchFamily="34" charset="0"/>
              <a:buNone/>
              <a:tabLst>
                <a:tab pos="0" algn="l"/>
              </a:tabLst>
            </a:pPr>
            <a:r>
              <a:rPr lang="en-US" sz="3200" spc="-1" dirty="0">
                <a:solidFill>
                  <a:srgbClr val="000000"/>
                </a:solidFill>
                <a:ea typeface="Arial"/>
                <a:cs typeface="+mj-lt"/>
              </a:rPr>
              <a:t>        ◦ </a:t>
            </a:r>
            <a:r>
              <a:rPr lang="en-US" sz="3200" b="1" spc="-1" dirty="0">
                <a:solidFill>
                  <a:srgbClr val="000000"/>
                </a:solidFill>
                <a:ea typeface="Arial"/>
                <a:cs typeface="+mj-lt"/>
              </a:rPr>
              <a:t>Extensive Documentation</a:t>
            </a:r>
            <a:r>
              <a:rPr lang="en-US" sz="3200" spc="-1" dirty="0">
                <a:solidFill>
                  <a:srgbClr val="000000"/>
                </a:solidFill>
                <a:ea typeface="Arial"/>
                <a:cs typeface="+mj-lt"/>
              </a:rPr>
              <a:t>: Official documentation and tutorials are freely available.</a:t>
            </a:r>
          </a:p>
          <a:p>
            <a:pPr indent="0">
              <a:lnSpc>
                <a:spcPct val="224000"/>
              </a:lnSpc>
              <a:buFont typeface="Arial" panose="02080604020202020204" pitchFamily="34" charset="0"/>
              <a:buNone/>
              <a:tabLst>
                <a:tab pos="0" algn="l"/>
              </a:tabLst>
            </a:pPr>
            <a:r>
              <a:rPr lang="en-US" sz="3200" spc="-1" dirty="0">
                <a:solidFill>
                  <a:srgbClr val="000000"/>
                </a:solidFill>
                <a:ea typeface="Arial"/>
                <a:cs typeface="+mj-lt"/>
              </a:rPr>
              <a:t>        ◦ </a:t>
            </a:r>
            <a:r>
              <a:rPr lang="en-US" sz="3200" b="1" spc="-1" dirty="0">
                <a:solidFill>
                  <a:srgbClr val="000000"/>
                </a:solidFill>
                <a:ea typeface="Arial"/>
                <a:cs typeface="+mj-lt"/>
              </a:rPr>
              <a:t>Third-Party modules: </a:t>
            </a:r>
            <a:r>
              <a:rPr lang="en-US" sz="3200" spc="-1" dirty="0">
                <a:solidFill>
                  <a:srgbClr val="000000"/>
                </a:solidFill>
                <a:ea typeface="Arial"/>
                <a:cs typeface="+mj-lt"/>
              </a:rPr>
              <a:t>Wide variety of </a:t>
            </a:r>
            <a:r>
              <a:rPr lang="en-US" sz="3200" spc="-1" dirty="0">
                <a:ea typeface="Arial"/>
                <a:cs typeface="+mj-lt"/>
              </a:rPr>
              <a:t>reusable apps, </a:t>
            </a:r>
            <a:endParaRPr lang="en-US" sz="3200" strike="noStrike" spc="-1" dirty="0">
              <a:latin typeface="+mj-lt"/>
              <a:ea typeface="Arial"/>
              <a:cs typeface="+mj-lt"/>
            </a:endParaRPr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0" y="3415665"/>
            <a:ext cx="5455920" cy="462534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1595" y="3401695"/>
            <a:ext cx="5466080" cy="6032500"/>
          </a:xfrm>
          <a:prstGeom prst="rect">
            <a:avLst/>
          </a:prstGeom>
        </p:spPr>
      </p:pic>
      <p:grpSp>
        <p:nvGrpSpPr>
          <p:cNvPr id="4" name="Google Shape;691;p13">
            <a:extLst>
              <a:ext uri="{FF2B5EF4-FFF2-40B4-BE49-F238E27FC236}">
                <a16:creationId xmlns:a16="http://schemas.microsoft.com/office/drawing/2014/main" id="{59A900F0-B50B-B48F-72F1-FB555C9C84A4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5" name="Google Shape;692;p13">
              <a:extLst>
                <a:ext uri="{FF2B5EF4-FFF2-40B4-BE49-F238E27FC236}">
                  <a16:creationId xmlns:a16="http://schemas.microsoft.com/office/drawing/2014/main" id="{D2F788E0-C7CB-CB82-A531-BFA7AEE3EEA8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3" name="Google Shape;693;p13">
                <a:extLst>
                  <a:ext uri="{FF2B5EF4-FFF2-40B4-BE49-F238E27FC236}">
                    <a16:creationId xmlns:a16="http://schemas.microsoft.com/office/drawing/2014/main" id="{D3C210A0-774E-755E-E509-7C362D13366B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Google Shape;694;p13">
                <a:extLst>
                  <a:ext uri="{FF2B5EF4-FFF2-40B4-BE49-F238E27FC236}">
                    <a16:creationId xmlns:a16="http://schemas.microsoft.com/office/drawing/2014/main" id="{FCFA3184-6AE1-10EA-03FD-FF49D8978C49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oogle Shape;695;p13">
              <a:extLst>
                <a:ext uri="{FF2B5EF4-FFF2-40B4-BE49-F238E27FC236}">
                  <a16:creationId xmlns:a16="http://schemas.microsoft.com/office/drawing/2014/main" id="{812CBD9F-2BE2-9A6E-33DC-E7B4BA1C09DB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11" name="Google Shape;696;p13">
                <a:extLst>
                  <a:ext uri="{FF2B5EF4-FFF2-40B4-BE49-F238E27FC236}">
                    <a16:creationId xmlns:a16="http://schemas.microsoft.com/office/drawing/2014/main" id="{76BFE871-FAFC-D072-B523-C5AFB70A659F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697;p13">
                <a:extLst>
                  <a:ext uri="{FF2B5EF4-FFF2-40B4-BE49-F238E27FC236}">
                    <a16:creationId xmlns:a16="http://schemas.microsoft.com/office/drawing/2014/main" id="{73D10270-BA0C-D549-EF18-62B8CCA0B0C4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oogle Shape;698;p13">
              <a:extLst>
                <a:ext uri="{FF2B5EF4-FFF2-40B4-BE49-F238E27FC236}">
                  <a16:creationId xmlns:a16="http://schemas.microsoft.com/office/drawing/2014/main" id="{BB40FEE5-D5E9-81DD-02C7-5976472DDB0D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9" name="Google Shape;699;p13">
                <a:extLst>
                  <a:ext uri="{FF2B5EF4-FFF2-40B4-BE49-F238E27FC236}">
                    <a16:creationId xmlns:a16="http://schemas.microsoft.com/office/drawing/2014/main" id="{82F40F6A-1C1B-1AC8-E6BD-9B720E65F30A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700;p13">
                <a:extLst>
                  <a:ext uri="{FF2B5EF4-FFF2-40B4-BE49-F238E27FC236}">
                    <a16:creationId xmlns:a16="http://schemas.microsoft.com/office/drawing/2014/main" id="{130BD820-8D56-4935-64F3-2CB64680D435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" name="Google Shape;703;p13">
              <a:extLst>
                <a:ext uri="{FF2B5EF4-FFF2-40B4-BE49-F238E27FC236}">
                  <a16:creationId xmlns:a16="http://schemas.microsoft.com/office/drawing/2014/main" id="{39986FB4-59BD-E07A-7925-BC931A9D5B02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2428C-A974-DC1B-E2EE-180FFD6B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>
            <a:extLst>
              <a:ext uri="{FF2B5EF4-FFF2-40B4-BE49-F238E27FC236}">
                <a16:creationId xmlns:a16="http://schemas.microsoft.com/office/drawing/2014/main" id="{B3914147-C6FD-A253-88EF-8CAB8EB244AF}"/>
              </a:ext>
            </a:extLst>
          </p:cNvPr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>
              <a:extLst>
                <a:ext uri="{FF2B5EF4-FFF2-40B4-BE49-F238E27FC236}">
                  <a16:creationId xmlns:a16="http://schemas.microsoft.com/office/drawing/2014/main" id="{1B7F1A0A-643F-B47E-C8C8-60EB28248ADE}"/>
                </a:ext>
              </a:extLst>
            </p:cNvPr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>
              <a:extLst>
                <a:ext uri="{FF2B5EF4-FFF2-40B4-BE49-F238E27FC236}">
                  <a16:creationId xmlns:a16="http://schemas.microsoft.com/office/drawing/2014/main" id="{66A495C1-1C14-2246-6A5A-05C277D2C67E}"/>
                </a:ext>
              </a:extLst>
            </p:cNvPr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>
            <a:extLst>
              <a:ext uri="{FF2B5EF4-FFF2-40B4-BE49-F238E27FC236}">
                <a16:creationId xmlns:a16="http://schemas.microsoft.com/office/drawing/2014/main" id="{442085C8-BA2C-B46E-9488-F94E4C89A03F}"/>
              </a:ext>
            </a:extLst>
          </p:cNvPr>
          <p:cNvGrpSpPr/>
          <p:nvPr/>
        </p:nvGrpSpPr>
        <p:grpSpPr>
          <a:xfrm>
            <a:off x="1138555" y="2305050"/>
            <a:ext cx="2065020" cy="1261110"/>
            <a:chOff x="1138320" y="2129400"/>
            <a:chExt cx="2065320" cy="1436760"/>
          </a:xfrm>
        </p:grpSpPr>
        <p:sp>
          <p:nvSpPr>
            <p:cNvPr id="287" name="Google Shape;633;p13">
              <a:extLst>
                <a:ext uri="{FF2B5EF4-FFF2-40B4-BE49-F238E27FC236}">
                  <a16:creationId xmlns:a16="http://schemas.microsoft.com/office/drawing/2014/main" id="{8039EB33-52EE-B8E8-1391-F39DF03260B2}"/>
                </a:ext>
              </a:extLst>
            </p:cNvPr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>
              <a:extLst>
                <a:ext uri="{FF2B5EF4-FFF2-40B4-BE49-F238E27FC236}">
                  <a16:creationId xmlns:a16="http://schemas.microsoft.com/office/drawing/2014/main" id="{D1A9CB29-77AC-77E8-2D6E-721BA1246063}"/>
                </a:ext>
              </a:extLst>
            </p:cNvPr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>
            <a:extLst>
              <a:ext uri="{FF2B5EF4-FFF2-40B4-BE49-F238E27FC236}">
                <a16:creationId xmlns:a16="http://schemas.microsoft.com/office/drawing/2014/main" id="{B8F646EC-C393-C44F-25D4-5E11061F8ADE}"/>
              </a:ext>
            </a:extLst>
          </p:cNvPr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>
              <a:extLst>
                <a:ext uri="{FF2B5EF4-FFF2-40B4-BE49-F238E27FC236}">
                  <a16:creationId xmlns:a16="http://schemas.microsoft.com/office/drawing/2014/main" id="{B763D87B-EAD7-1CEF-4407-764C6393495F}"/>
                </a:ext>
              </a:extLst>
            </p:cNvPr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>
                <a:extLst>
                  <a:ext uri="{FF2B5EF4-FFF2-40B4-BE49-F238E27FC236}">
                    <a16:creationId xmlns:a16="http://schemas.microsoft.com/office/drawing/2014/main" id="{9D43CBA0-59DF-81C5-EB3D-A19911A05691}"/>
                  </a:ext>
                </a:extLst>
              </p:cNvPr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>
                <a:extLst>
                  <a:ext uri="{FF2B5EF4-FFF2-40B4-BE49-F238E27FC236}">
                    <a16:creationId xmlns:a16="http://schemas.microsoft.com/office/drawing/2014/main" id="{95CF3398-88F3-EDC3-908F-3A571A86D3D9}"/>
                  </a:ext>
                </a:extLst>
              </p:cNvPr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>
              <a:extLst>
                <a:ext uri="{FF2B5EF4-FFF2-40B4-BE49-F238E27FC236}">
                  <a16:creationId xmlns:a16="http://schemas.microsoft.com/office/drawing/2014/main" id="{B718BCF7-5A98-A7A0-9316-7239B599D28A}"/>
                </a:ext>
              </a:extLst>
            </p:cNvPr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>
                <a:extLst>
                  <a:ext uri="{FF2B5EF4-FFF2-40B4-BE49-F238E27FC236}">
                    <a16:creationId xmlns:a16="http://schemas.microsoft.com/office/drawing/2014/main" id="{869C576E-AE59-8E99-C0C4-5FA964377CC9}"/>
                  </a:ext>
                </a:extLst>
              </p:cNvPr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>
                <a:extLst>
                  <a:ext uri="{FF2B5EF4-FFF2-40B4-BE49-F238E27FC236}">
                    <a16:creationId xmlns:a16="http://schemas.microsoft.com/office/drawing/2014/main" id="{B6D9071A-B31D-6D0F-3E77-1FF97F99D5F6}"/>
                  </a:ext>
                </a:extLst>
              </p:cNvPr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>
              <a:extLst>
                <a:ext uri="{FF2B5EF4-FFF2-40B4-BE49-F238E27FC236}">
                  <a16:creationId xmlns:a16="http://schemas.microsoft.com/office/drawing/2014/main" id="{2A9C4F79-561B-D219-73D5-F3F4B5532442}"/>
                </a:ext>
              </a:extLst>
            </p:cNvPr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>
                <a:extLst>
                  <a:ext uri="{FF2B5EF4-FFF2-40B4-BE49-F238E27FC236}">
                    <a16:creationId xmlns:a16="http://schemas.microsoft.com/office/drawing/2014/main" id="{E38CA294-58D6-A84F-DB3C-C5FB6C83FCF0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>
                <a:extLst>
                  <a:ext uri="{FF2B5EF4-FFF2-40B4-BE49-F238E27FC236}">
                    <a16:creationId xmlns:a16="http://schemas.microsoft.com/office/drawing/2014/main" id="{BA60DAD0-6D62-C020-DD0E-D934ADAE6313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>
              <a:extLst>
                <a:ext uri="{FF2B5EF4-FFF2-40B4-BE49-F238E27FC236}">
                  <a16:creationId xmlns:a16="http://schemas.microsoft.com/office/drawing/2014/main" id="{158924D5-4009-EDE6-12C9-657B0C83C069}"/>
                </a:ext>
              </a:extLst>
            </p:cNvPr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>
                <a:extLst>
                  <a:ext uri="{FF2B5EF4-FFF2-40B4-BE49-F238E27FC236}">
                    <a16:creationId xmlns:a16="http://schemas.microsoft.com/office/drawing/2014/main" id="{CC014E11-7C0B-DE5F-C78A-553D825AA8CC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>
                <a:extLst>
                  <a:ext uri="{FF2B5EF4-FFF2-40B4-BE49-F238E27FC236}">
                    <a16:creationId xmlns:a16="http://schemas.microsoft.com/office/drawing/2014/main" id="{1D5AD61B-9031-E0B5-8669-67BB8A82E06E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>
              <a:extLst>
                <a:ext uri="{FF2B5EF4-FFF2-40B4-BE49-F238E27FC236}">
                  <a16:creationId xmlns:a16="http://schemas.microsoft.com/office/drawing/2014/main" id="{D8F1EFE2-2DF9-4547-9067-17DCB2EED57B}"/>
                </a:ext>
              </a:extLst>
            </p:cNvPr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>
                <a:extLst>
                  <a:ext uri="{FF2B5EF4-FFF2-40B4-BE49-F238E27FC236}">
                    <a16:creationId xmlns:a16="http://schemas.microsoft.com/office/drawing/2014/main" id="{E33F546E-5594-DDE8-AEED-8E73DC26878F}"/>
                  </a:ext>
                </a:extLst>
              </p:cNvPr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>
                <a:extLst>
                  <a:ext uri="{FF2B5EF4-FFF2-40B4-BE49-F238E27FC236}">
                    <a16:creationId xmlns:a16="http://schemas.microsoft.com/office/drawing/2014/main" id="{B25568BC-34E0-593D-41E6-4088DFE51063}"/>
                  </a:ext>
                </a:extLst>
              </p:cNvPr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>
              <a:extLst>
                <a:ext uri="{FF2B5EF4-FFF2-40B4-BE49-F238E27FC236}">
                  <a16:creationId xmlns:a16="http://schemas.microsoft.com/office/drawing/2014/main" id="{ACA4F695-7A80-6397-ED7B-C33599B1501A}"/>
                </a:ext>
              </a:extLst>
            </p:cNvPr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>
                <a:extLst>
                  <a:ext uri="{FF2B5EF4-FFF2-40B4-BE49-F238E27FC236}">
                    <a16:creationId xmlns:a16="http://schemas.microsoft.com/office/drawing/2014/main" id="{75D6B779-4D65-C41B-3333-7FA39F7983D0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>
                <a:extLst>
                  <a:ext uri="{FF2B5EF4-FFF2-40B4-BE49-F238E27FC236}">
                    <a16:creationId xmlns:a16="http://schemas.microsoft.com/office/drawing/2014/main" id="{30AC44F6-1C0E-B28E-AE7F-2B9FD3835C3D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>
              <a:extLst>
                <a:ext uri="{FF2B5EF4-FFF2-40B4-BE49-F238E27FC236}">
                  <a16:creationId xmlns:a16="http://schemas.microsoft.com/office/drawing/2014/main" id="{F21D045A-4ACA-A3FC-879A-F7F2B080AA5B}"/>
                </a:ext>
              </a:extLst>
            </p:cNvPr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>
                <a:extLst>
                  <a:ext uri="{FF2B5EF4-FFF2-40B4-BE49-F238E27FC236}">
                    <a16:creationId xmlns:a16="http://schemas.microsoft.com/office/drawing/2014/main" id="{F05F9FD2-CAC7-0681-6778-A85C339A797F}"/>
                  </a:ext>
                </a:extLst>
              </p:cNvPr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>
                <a:extLst>
                  <a:ext uri="{FF2B5EF4-FFF2-40B4-BE49-F238E27FC236}">
                    <a16:creationId xmlns:a16="http://schemas.microsoft.com/office/drawing/2014/main" id="{27A95131-FFA3-7EE2-713F-96405B89E464}"/>
                  </a:ext>
                </a:extLst>
              </p:cNvPr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>
              <a:extLst>
                <a:ext uri="{FF2B5EF4-FFF2-40B4-BE49-F238E27FC236}">
                  <a16:creationId xmlns:a16="http://schemas.microsoft.com/office/drawing/2014/main" id="{3D95270D-9E35-7F64-A0B7-268933198D2A}"/>
                </a:ext>
              </a:extLst>
            </p:cNvPr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>
                <a:extLst>
                  <a:ext uri="{FF2B5EF4-FFF2-40B4-BE49-F238E27FC236}">
                    <a16:creationId xmlns:a16="http://schemas.microsoft.com/office/drawing/2014/main" id="{BB1B026B-F6CA-866B-A07A-0EEF89E9DC67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>
                <a:extLst>
                  <a:ext uri="{FF2B5EF4-FFF2-40B4-BE49-F238E27FC236}">
                    <a16:creationId xmlns:a16="http://schemas.microsoft.com/office/drawing/2014/main" id="{C837B4A8-DB08-6876-83EA-1B81695B3D6C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>
              <a:extLst>
                <a:ext uri="{FF2B5EF4-FFF2-40B4-BE49-F238E27FC236}">
                  <a16:creationId xmlns:a16="http://schemas.microsoft.com/office/drawing/2014/main" id="{235672B3-CB38-C260-E826-A6B0E09DD1D1}"/>
                </a:ext>
              </a:extLst>
            </p:cNvPr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>
                <a:extLst>
                  <a:ext uri="{FF2B5EF4-FFF2-40B4-BE49-F238E27FC236}">
                    <a16:creationId xmlns:a16="http://schemas.microsoft.com/office/drawing/2014/main" id="{83A95713-4030-D0B0-D486-E9E824E49B48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>
                <a:extLst>
                  <a:ext uri="{FF2B5EF4-FFF2-40B4-BE49-F238E27FC236}">
                    <a16:creationId xmlns:a16="http://schemas.microsoft.com/office/drawing/2014/main" id="{5BC7F6CD-C5CC-6C2E-4ECA-C3438F408C43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>
            <a:extLst>
              <a:ext uri="{FF2B5EF4-FFF2-40B4-BE49-F238E27FC236}">
                <a16:creationId xmlns:a16="http://schemas.microsoft.com/office/drawing/2014/main" id="{C0659E4D-0E8B-4582-90AA-AD4C0535C1F6}"/>
              </a:ext>
            </a:extLst>
          </p:cNvPr>
          <p:cNvSpPr/>
          <p:nvPr/>
        </p:nvSpPr>
        <p:spPr>
          <a:xfrm>
            <a:off x="3671570" y="2550795"/>
            <a:ext cx="9770110" cy="9295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1" strike="noStrike" spc="-1" dirty="0">
                <a:solidFill>
                  <a:srgbClr val="393A3F"/>
                </a:solidFill>
                <a:latin typeface="Anton"/>
                <a:ea typeface="Anton"/>
              </a:rPr>
              <a:t>Who Use </a:t>
            </a:r>
            <a:r>
              <a:rPr lang="en-US" sz="5400" b="1" spc="-1" dirty="0">
                <a:solidFill>
                  <a:srgbClr val="393A3F"/>
                </a:solidFill>
                <a:latin typeface="Anton"/>
                <a:ea typeface="Anton"/>
              </a:rPr>
              <a:t>Odoo?</a:t>
            </a:r>
            <a:endParaRPr lang="en-US" sz="5400" b="1" strike="noStrike" spc="-1" dirty="0">
              <a:solidFill>
                <a:srgbClr val="393A3F"/>
              </a:solidFill>
              <a:latin typeface="Anton"/>
              <a:ea typeface="Anton"/>
            </a:endParaRPr>
          </a:p>
        </p:txBody>
      </p:sp>
      <p:sp>
        <p:nvSpPr>
          <p:cNvPr id="360" name="Google Shape;706;p13">
            <a:extLst>
              <a:ext uri="{FF2B5EF4-FFF2-40B4-BE49-F238E27FC236}">
                <a16:creationId xmlns:a16="http://schemas.microsoft.com/office/drawing/2014/main" id="{6CAE6757-135C-ABE6-DBBE-937472587AD7}"/>
              </a:ext>
            </a:extLst>
          </p:cNvPr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016</a:t>
            </a:r>
            <a:endParaRPr lang="en-US" sz="7870" b="0" strike="noStrike" spc="-1" dirty="0">
              <a:latin typeface="Arial"/>
            </a:endParaRPr>
          </a:p>
        </p:txBody>
      </p:sp>
      <p:sp>
        <p:nvSpPr>
          <p:cNvPr id="361" name="Google Shape;707;p13">
            <a:extLst>
              <a:ext uri="{FF2B5EF4-FFF2-40B4-BE49-F238E27FC236}">
                <a16:creationId xmlns:a16="http://schemas.microsoft.com/office/drawing/2014/main" id="{288CDD18-B6BB-5B7E-E05A-681FB34FB855}"/>
              </a:ext>
            </a:extLst>
          </p:cNvPr>
          <p:cNvSpPr/>
          <p:nvPr/>
        </p:nvSpPr>
        <p:spPr>
          <a:xfrm>
            <a:off x="191770" y="4135120"/>
            <a:ext cx="12823825" cy="3048079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3200" strike="noStrike" spc="-1" dirty="0">
                <a:solidFill>
                  <a:srgbClr val="000000"/>
                </a:solidFill>
                <a:latin typeface="+mj-lt"/>
                <a:ea typeface="Arial"/>
                <a:cs typeface="+mj-lt"/>
              </a:rPr>
              <a:t>        ◦</a:t>
            </a:r>
            <a:r>
              <a:rPr lang="en-US" sz="3200" b="1" strike="noStrike" spc="-1" dirty="0">
                <a:solidFill>
                  <a:srgbClr val="000000"/>
                </a:solidFill>
                <a:latin typeface="+mj-lt"/>
                <a:ea typeface="Arial"/>
                <a:cs typeface="+mj-lt"/>
              </a:rPr>
              <a:t> </a:t>
            </a:r>
            <a:r>
              <a:rPr lang="en-US" sz="3200" b="1" dirty="0"/>
              <a:t>Small &amp; Medium Businesses</a:t>
            </a:r>
          </a:p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3200" strike="noStrike" spc="-1" dirty="0">
                <a:solidFill>
                  <a:srgbClr val="000000"/>
                </a:solidFill>
                <a:latin typeface="+mj-lt"/>
                <a:ea typeface="Arial"/>
                <a:cs typeface="+mj-lt"/>
              </a:rPr>
              <a:t>        ◦</a:t>
            </a:r>
            <a:r>
              <a:rPr lang="en-US" sz="3200" b="1" strike="noStrike" spc="-1" dirty="0">
                <a:solidFill>
                  <a:srgbClr val="000000"/>
                </a:solidFill>
                <a:latin typeface="+mj-lt"/>
                <a:ea typeface="Arial"/>
                <a:cs typeface="+mj-lt"/>
              </a:rPr>
              <a:t> </a:t>
            </a:r>
            <a:r>
              <a:rPr lang="en-US" sz="3200" b="1" dirty="0"/>
              <a:t>Startups &amp; Growing Companies</a:t>
            </a:r>
          </a:p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000000"/>
                </a:solidFill>
                <a:latin typeface="+mj-lt"/>
                <a:ea typeface="Arial"/>
                <a:cs typeface="+mj-lt"/>
              </a:rPr>
              <a:t>        </a:t>
            </a:r>
            <a:r>
              <a:rPr lang="en-US" sz="3200" strike="noStrike" spc="-1" dirty="0">
                <a:solidFill>
                  <a:srgbClr val="000000"/>
                </a:solidFill>
                <a:latin typeface="+mj-lt"/>
                <a:ea typeface="Arial"/>
                <a:cs typeface="+mj-lt"/>
              </a:rPr>
              <a:t>◦ </a:t>
            </a:r>
            <a:r>
              <a:rPr lang="en-US" sz="3200" b="1" dirty="0"/>
              <a:t>Manufacturers &amp; Distributors</a:t>
            </a:r>
          </a:p>
          <a:p>
            <a:pPr lvl="2">
              <a:lnSpc>
                <a:spcPct val="160000"/>
              </a:lnSpc>
              <a:tabLst>
                <a:tab pos="0" algn="l"/>
              </a:tabLst>
            </a:pPr>
            <a:r>
              <a:rPr lang="en-US" sz="3200" spc="-1" dirty="0">
                <a:solidFill>
                  <a:srgbClr val="000000"/>
                </a:solidFill>
                <a:ea typeface="Arial"/>
                <a:cs typeface="+mj-lt"/>
              </a:rPr>
              <a:t>◦</a:t>
            </a:r>
            <a:r>
              <a:rPr lang="en-US" sz="3200" b="1" dirty="0"/>
              <a:t> Enterprise companies        </a:t>
            </a:r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E1024A2-AA75-2FEB-4D10-F5049571C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0" y="3415665"/>
            <a:ext cx="5455920" cy="462534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DA67127B-BD41-8890-06D9-318454081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1595" y="3401695"/>
            <a:ext cx="5466080" cy="6032500"/>
          </a:xfrm>
          <a:prstGeom prst="rect">
            <a:avLst/>
          </a:prstGeom>
        </p:spPr>
      </p:pic>
      <p:grpSp>
        <p:nvGrpSpPr>
          <p:cNvPr id="4" name="Google Shape;691;p13">
            <a:extLst>
              <a:ext uri="{FF2B5EF4-FFF2-40B4-BE49-F238E27FC236}">
                <a16:creationId xmlns:a16="http://schemas.microsoft.com/office/drawing/2014/main" id="{71DF8652-1B92-3A19-5FA3-97A154AEF0F0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5" name="Google Shape;692;p13">
              <a:extLst>
                <a:ext uri="{FF2B5EF4-FFF2-40B4-BE49-F238E27FC236}">
                  <a16:creationId xmlns:a16="http://schemas.microsoft.com/office/drawing/2014/main" id="{F01D0C77-0351-D750-7865-73188CA8F5DE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3" name="Google Shape;693;p13">
                <a:extLst>
                  <a:ext uri="{FF2B5EF4-FFF2-40B4-BE49-F238E27FC236}">
                    <a16:creationId xmlns:a16="http://schemas.microsoft.com/office/drawing/2014/main" id="{11541E56-C2C9-7BAB-7F62-9C945D3F71F5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Google Shape;694;p13">
                <a:extLst>
                  <a:ext uri="{FF2B5EF4-FFF2-40B4-BE49-F238E27FC236}">
                    <a16:creationId xmlns:a16="http://schemas.microsoft.com/office/drawing/2014/main" id="{CD47005C-23B8-E46A-ECA7-21132F44F134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oogle Shape;695;p13">
              <a:extLst>
                <a:ext uri="{FF2B5EF4-FFF2-40B4-BE49-F238E27FC236}">
                  <a16:creationId xmlns:a16="http://schemas.microsoft.com/office/drawing/2014/main" id="{F075D2D0-0DF3-3C00-72F0-99EA65C6186D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11" name="Google Shape;696;p13">
                <a:extLst>
                  <a:ext uri="{FF2B5EF4-FFF2-40B4-BE49-F238E27FC236}">
                    <a16:creationId xmlns:a16="http://schemas.microsoft.com/office/drawing/2014/main" id="{AB538F70-9BE2-2D29-6743-94B8C9EC0C28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697;p13">
                <a:extLst>
                  <a:ext uri="{FF2B5EF4-FFF2-40B4-BE49-F238E27FC236}">
                    <a16:creationId xmlns:a16="http://schemas.microsoft.com/office/drawing/2014/main" id="{7F040438-E691-3085-E128-452DE3E15138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oogle Shape;698;p13">
              <a:extLst>
                <a:ext uri="{FF2B5EF4-FFF2-40B4-BE49-F238E27FC236}">
                  <a16:creationId xmlns:a16="http://schemas.microsoft.com/office/drawing/2014/main" id="{05F3FC31-0312-9E36-389B-3D4A46EB7315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9" name="Google Shape;699;p13">
                <a:extLst>
                  <a:ext uri="{FF2B5EF4-FFF2-40B4-BE49-F238E27FC236}">
                    <a16:creationId xmlns:a16="http://schemas.microsoft.com/office/drawing/2014/main" id="{D1062230-5F05-53CF-C709-B2330F756E6C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700;p13">
                <a:extLst>
                  <a:ext uri="{FF2B5EF4-FFF2-40B4-BE49-F238E27FC236}">
                    <a16:creationId xmlns:a16="http://schemas.microsoft.com/office/drawing/2014/main" id="{CC6A8E36-FA03-02B8-0B85-8991089B386F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" name="Google Shape;703;p13">
              <a:extLst>
                <a:ext uri="{FF2B5EF4-FFF2-40B4-BE49-F238E27FC236}">
                  <a16:creationId xmlns:a16="http://schemas.microsoft.com/office/drawing/2014/main" id="{5611DE57-5089-7B66-65AE-4906DA6B4630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5097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/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/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/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/>
          <p:cNvGrpSpPr/>
          <p:nvPr/>
        </p:nvGrpSpPr>
        <p:grpSpPr>
          <a:xfrm>
            <a:off x="1138320" y="2129400"/>
            <a:ext cx="2065320" cy="1436760"/>
            <a:chOff x="1138320" y="2129400"/>
            <a:chExt cx="2065320" cy="1436760"/>
          </a:xfrm>
        </p:grpSpPr>
        <p:sp>
          <p:nvSpPr>
            <p:cNvPr id="287" name="Google Shape;633;p13"/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/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/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/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/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/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/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/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/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/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/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/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/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/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/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/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/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/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/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/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/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/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/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/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/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/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/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/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/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/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/>
          <p:cNvSpPr/>
          <p:nvPr/>
        </p:nvSpPr>
        <p:spPr>
          <a:xfrm>
            <a:off x="3657600" y="2392560"/>
            <a:ext cx="9494280" cy="92448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1" spc="-1" dirty="0">
                <a:solidFill>
                  <a:srgbClr val="393A3F"/>
                </a:solidFill>
                <a:latin typeface="Anton"/>
                <a:ea typeface="Anton"/>
                <a:sym typeface="+mn-ea"/>
              </a:rPr>
              <a:t>Who Uses Odoo?</a:t>
            </a:r>
            <a:endParaRPr lang="en-US" sz="5400" b="1" strike="noStrike" spc="-1" dirty="0">
              <a:latin typeface="Arial"/>
            </a:endParaRPr>
          </a:p>
        </p:txBody>
      </p:sp>
      <p:sp>
        <p:nvSpPr>
          <p:cNvPr id="360" name="Google Shape;706;p13"/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017</a:t>
            </a:r>
            <a:endParaRPr lang="en-US" sz="7870" b="0" strike="noStrike" spc="-1" dirty="0">
              <a:latin typeface="Arial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770380" y="4067175"/>
            <a:ext cx="3680460" cy="1890395"/>
            <a:chOff x="2788" y="6405"/>
            <a:chExt cx="5796" cy="2977"/>
          </a:xfrm>
        </p:grpSpPr>
        <p:pic>
          <p:nvPicPr>
            <p:cNvPr id="5" name="Image 2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88" y="6405"/>
              <a:ext cx="826" cy="826"/>
            </a:xfrm>
            <a:prstGeom prst="rect">
              <a:avLst/>
            </a:prstGeom>
          </p:spPr>
        </p:pic>
        <p:sp>
          <p:nvSpPr>
            <p:cNvPr id="6" name="Text 1"/>
            <p:cNvSpPr/>
            <p:nvPr/>
          </p:nvSpPr>
          <p:spPr>
            <a:xfrm>
              <a:off x="2788" y="7561"/>
              <a:ext cx="4541" cy="56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800" b="1" kern="0" spc="-45" dirty="0" err="1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OTech</a:t>
              </a:r>
              <a:endParaRPr lang="en-US" sz="2800" dirty="0"/>
            </a:p>
          </p:txBody>
        </p:sp>
        <p:sp>
          <p:nvSpPr>
            <p:cNvPr id="7" name="Text 2"/>
            <p:cNvSpPr/>
            <p:nvPr/>
          </p:nvSpPr>
          <p:spPr>
            <a:xfrm>
              <a:off x="2788" y="8326"/>
              <a:ext cx="5796" cy="105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endParaRPr lang="en-US" sz="2400" dirty="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767830" y="3905250"/>
            <a:ext cx="3680460" cy="1890395"/>
            <a:chOff x="9080" y="6405"/>
            <a:chExt cx="5796" cy="2977"/>
          </a:xfrm>
        </p:grpSpPr>
        <p:pic>
          <p:nvPicPr>
            <p:cNvPr id="8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80" y="6405"/>
              <a:ext cx="826" cy="826"/>
            </a:xfrm>
            <a:prstGeom prst="rect">
              <a:avLst/>
            </a:prstGeom>
          </p:spPr>
        </p:pic>
        <p:sp>
          <p:nvSpPr>
            <p:cNvPr id="9" name="Text 3"/>
            <p:cNvSpPr/>
            <p:nvPr/>
          </p:nvSpPr>
          <p:spPr>
            <a:xfrm>
              <a:off x="9080" y="7561"/>
              <a:ext cx="4541" cy="56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r>
                <a:rPr lang="en-US" sz="2800" dirty="0"/>
                <a:t>Around 18,000–30,000</a:t>
              </a:r>
              <a:endParaRPr lang="en-US" sz="2800" dirty="0">
                <a:effectLst/>
              </a:endParaRPr>
            </a:p>
          </p:txBody>
        </p:sp>
        <p:sp>
          <p:nvSpPr>
            <p:cNvPr id="10" name="Text 4"/>
            <p:cNvSpPr/>
            <p:nvPr/>
          </p:nvSpPr>
          <p:spPr>
            <a:xfrm>
              <a:off x="9080" y="8326"/>
              <a:ext cx="5796" cy="105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endParaRPr lang="en-US" sz="24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770380" y="7321550"/>
            <a:ext cx="3680460" cy="821690"/>
            <a:chOff x="2788" y="11530"/>
            <a:chExt cx="5796" cy="1294"/>
          </a:xfrm>
        </p:grpSpPr>
        <p:sp>
          <p:nvSpPr>
            <p:cNvPr id="12" name="Text 5"/>
            <p:cNvSpPr/>
            <p:nvPr/>
          </p:nvSpPr>
          <p:spPr>
            <a:xfrm>
              <a:off x="2788" y="11530"/>
              <a:ext cx="4541" cy="56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3200" b="1" kern="0" spc="-45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Toyota</a:t>
              </a:r>
              <a:endParaRPr lang="en-US" sz="3200" dirty="0"/>
            </a:p>
          </p:txBody>
        </p:sp>
        <p:sp>
          <p:nvSpPr>
            <p:cNvPr id="13" name="Text 6"/>
            <p:cNvSpPr/>
            <p:nvPr/>
          </p:nvSpPr>
          <p:spPr>
            <a:xfrm>
              <a:off x="2788" y="12295"/>
              <a:ext cx="5796" cy="529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endParaRPr lang="en-US" sz="24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839585" y="7389495"/>
            <a:ext cx="3680460" cy="1156970"/>
            <a:chOff x="9080" y="11530"/>
            <a:chExt cx="5796" cy="1822"/>
          </a:xfrm>
        </p:grpSpPr>
        <p:sp>
          <p:nvSpPr>
            <p:cNvPr id="15" name="Text 7"/>
            <p:cNvSpPr/>
            <p:nvPr/>
          </p:nvSpPr>
          <p:spPr>
            <a:xfrm>
              <a:off x="9080" y="11530"/>
              <a:ext cx="4541" cy="568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2250" b="1" kern="0" spc="-45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KUSO</a:t>
              </a:r>
              <a:endParaRPr lang="en-US" sz="2250" dirty="0"/>
            </a:p>
          </p:txBody>
        </p:sp>
        <p:sp>
          <p:nvSpPr>
            <p:cNvPr id="16" name="Text 8"/>
            <p:cNvSpPr/>
            <p:nvPr/>
          </p:nvSpPr>
          <p:spPr>
            <a:xfrm>
              <a:off x="9080" y="12295"/>
              <a:ext cx="5796" cy="105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endParaRPr lang="en-US" sz="2400" dirty="0"/>
            </a:p>
          </p:txBody>
        </p:sp>
      </p:grp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3E825A73-5DD5-0787-9818-05F544A84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980" y="6573520"/>
            <a:ext cx="524510" cy="524510"/>
          </a:xfrm>
          <a:prstGeom prst="rect">
            <a:avLst/>
          </a:prstGeom>
        </p:spPr>
      </p:pic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480A6754-417D-C921-4016-39ACB4791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285" y="6486525"/>
            <a:ext cx="524510" cy="524510"/>
          </a:xfrm>
          <a:prstGeom prst="rect">
            <a:avLst/>
          </a:prstGeom>
        </p:spPr>
      </p:pic>
      <p:grpSp>
        <p:nvGrpSpPr>
          <p:cNvPr id="22" name="Google Shape;691;p13">
            <a:extLst>
              <a:ext uri="{FF2B5EF4-FFF2-40B4-BE49-F238E27FC236}">
                <a16:creationId xmlns:a16="http://schemas.microsoft.com/office/drawing/2014/main" id="{598523C5-F7AB-EE17-F7E0-7DD96529DA2D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23" name="Google Shape;692;p13">
              <a:extLst>
                <a:ext uri="{FF2B5EF4-FFF2-40B4-BE49-F238E27FC236}">
                  <a16:creationId xmlns:a16="http://schemas.microsoft.com/office/drawing/2014/main" id="{B6B929A9-9851-265D-E73A-6CCCF985F899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31" name="Google Shape;693;p13">
                <a:extLst>
                  <a:ext uri="{FF2B5EF4-FFF2-40B4-BE49-F238E27FC236}">
                    <a16:creationId xmlns:a16="http://schemas.microsoft.com/office/drawing/2014/main" id="{0D73C4A7-A51E-221A-EEB2-40862B3695EB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Google Shape;694;p13">
                <a:extLst>
                  <a:ext uri="{FF2B5EF4-FFF2-40B4-BE49-F238E27FC236}">
                    <a16:creationId xmlns:a16="http://schemas.microsoft.com/office/drawing/2014/main" id="{22F7C311-AD0A-3B43-0919-5097368B130E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4" name="Google Shape;695;p13">
              <a:extLst>
                <a:ext uri="{FF2B5EF4-FFF2-40B4-BE49-F238E27FC236}">
                  <a16:creationId xmlns:a16="http://schemas.microsoft.com/office/drawing/2014/main" id="{D43C8A3D-3248-F2FC-6BF4-41AE96D669F0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29" name="Google Shape;696;p13">
                <a:extLst>
                  <a:ext uri="{FF2B5EF4-FFF2-40B4-BE49-F238E27FC236}">
                    <a16:creationId xmlns:a16="http://schemas.microsoft.com/office/drawing/2014/main" id="{CA35F049-7E90-428C-D497-069A7D37CCF8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Google Shape;697;p13">
                <a:extLst>
                  <a:ext uri="{FF2B5EF4-FFF2-40B4-BE49-F238E27FC236}">
                    <a16:creationId xmlns:a16="http://schemas.microsoft.com/office/drawing/2014/main" id="{2872DE20-DAC6-8009-DCB7-7D76D401861C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oogle Shape;698;p13">
              <a:extLst>
                <a:ext uri="{FF2B5EF4-FFF2-40B4-BE49-F238E27FC236}">
                  <a16:creationId xmlns:a16="http://schemas.microsoft.com/office/drawing/2014/main" id="{7AD80497-8075-D1CE-5D59-214788135116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27" name="Google Shape;699;p13">
                <a:extLst>
                  <a:ext uri="{FF2B5EF4-FFF2-40B4-BE49-F238E27FC236}">
                    <a16:creationId xmlns:a16="http://schemas.microsoft.com/office/drawing/2014/main" id="{CFAA3F23-D765-176A-085E-41AC0DF7C455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Google Shape;700;p13">
                <a:extLst>
                  <a:ext uri="{FF2B5EF4-FFF2-40B4-BE49-F238E27FC236}">
                    <a16:creationId xmlns:a16="http://schemas.microsoft.com/office/drawing/2014/main" id="{3C1BDFA0-463C-5B51-CC83-6E196A78D14E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" name="Google Shape;703;p13">
              <a:extLst>
                <a:ext uri="{FF2B5EF4-FFF2-40B4-BE49-F238E27FC236}">
                  <a16:creationId xmlns:a16="http://schemas.microsoft.com/office/drawing/2014/main" id="{6ECF7B74-A8CC-4CBF-9C35-8C21FFB2BB06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/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/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/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/>
          <p:cNvGrpSpPr/>
          <p:nvPr/>
        </p:nvGrpSpPr>
        <p:grpSpPr>
          <a:xfrm>
            <a:off x="1138555" y="2305050"/>
            <a:ext cx="2065020" cy="1261110"/>
            <a:chOff x="1138320" y="2129400"/>
            <a:chExt cx="2065320" cy="1436760"/>
          </a:xfrm>
        </p:grpSpPr>
        <p:sp>
          <p:nvSpPr>
            <p:cNvPr id="287" name="Google Shape;633;p13"/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/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/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/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/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/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/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/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/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/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/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/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/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/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/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/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/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/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/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/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/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/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/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/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/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/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/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/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/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/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45" name="Google Shape;691;p13"/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346" name="Google Shape;692;p13"/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347" name="Google Shape;693;p13"/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Google Shape;694;p13"/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9" name="Google Shape;695;p13"/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350" name="Google Shape;696;p13"/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51" name="Google Shape;697;p13"/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52" name="Google Shape;698;p13"/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353" name="Google Shape;699;p13"/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Google Shape;700;p13"/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7" name="Google Shape;703;p13"/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59" name="Google Shape;705;p13"/>
          <p:cNvSpPr/>
          <p:nvPr/>
        </p:nvSpPr>
        <p:spPr>
          <a:xfrm>
            <a:off x="3671570" y="2550795"/>
            <a:ext cx="9770110" cy="9295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1" spc="-1" dirty="0">
                <a:solidFill>
                  <a:srgbClr val="393A3F"/>
                </a:solidFill>
                <a:latin typeface="Anton"/>
                <a:ea typeface="Anton"/>
              </a:rPr>
              <a:t>Odoo</a:t>
            </a:r>
            <a:r>
              <a:rPr lang="en-US" sz="5400" b="1" strike="noStrike" spc="-1" dirty="0">
                <a:solidFill>
                  <a:srgbClr val="393A3F"/>
                </a:solidFill>
                <a:latin typeface="Anton"/>
                <a:ea typeface="Anton"/>
              </a:rPr>
              <a:t> </a:t>
            </a:r>
            <a:r>
              <a:rPr lang="en-US" sz="5400" b="1" strike="noStrike" spc="-1" dirty="0" err="1">
                <a:solidFill>
                  <a:srgbClr val="393A3F"/>
                </a:solidFill>
                <a:latin typeface="Anton"/>
                <a:ea typeface="Anton"/>
              </a:rPr>
              <a:t>Philosopy</a:t>
            </a:r>
            <a:endParaRPr lang="en-US" sz="5400" b="1" strike="noStrike" spc="-1" dirty="0">
              <a:solidFill>
                <a:srgbClr val="393A3F"/>
              </a:solidFill>
              <a:latin typeface="Anton"/>
              <a:ea typeface="Anton"/>
            </a:endParaRPr>
          </a:p>
        </p:txBody>
      </p:sp>
      <p:sp>
        <p:nvSpPr>
          <p:cNvPr id="360" name="Google Shape;706;p13"/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018</a:t>
            </a:r>
            <a:endParaRPr lang="en-US" sz="7870" b="0" strike="noStrike" spc="-1" dirty="0">
              <a:latin typeface="Arial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319395" y="4495165"/>
            <a:ext cx="10801985" cy="871855"/>
            <a:chOff x="8377" y="7079"/>
            <a:chExt cx="17011" cy="1373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77" y="7079"/>
              <a:ext cx="3389" cy="1328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9981" y="7531"/>
              <a:ext cx="182" cy="71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550"/>
                </a:lnSpc>
                <a:buNone/>
              </a:pPr>
              <a:r>
                <a:rPr lang="en-US" sz="2200" b="1" kern="0" spc="-45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1</a:t>
              </a:r>
              <a:endParaRPr lang="en-US" sz="22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12124" y="7436"/>
              <a:ext cx="6475" cy="61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050"/>
                </a:lnSpc>
                <a:buNone/>
              </a:pPr>
              <a:r>
                <a:rPr lang="en-US" sz="2450" b="1" kern="0" spc="-49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Understand the foundation</a:t>
              </a:r>
              <a:endParaRPr lang="en-US" sz="245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11856" y="8428"/>
              <a:ext cx="13532" cy="24"/>
            </a:xfrm>
            <a:prstGeom prst="roundRect">
              <a:avLst>
                <a:gd name="adj" fmla="val 625116"/>
              </a:avLst>
            </a:prstGeom>
            <a:solidFill>
              <a:srgbClr val="C6BDD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243705" y="5394960"/>
            <a:ext cx="11876405" cy="871855"/>
            <a:chOff x="6683" y="8496"/>
            <a:chExt cx="18703" cy="1373"/>
          </a:xfrm>
        </p:grpSpPr>
        <p:grpSp>
          <p:nvGrpSpPr>
            <p:cNvPr id="17" name="Group 16"/>
            <p:cNvGrpSpPr/>
            <p:nvPr/>
          </p:nvGrpSpPr>
          <p:grpSpPr>
            <a:xfrm>
              <a:off x="6683" y="8496"/>
              <a:ext cx="10603" cy="1328"/>
              <a:chOff x="6683" y="8496"/>
              <a:chExt cx="10603" cy="1328"/>
            </a:xfrm>
          </p:grpSpPr>
          <p:pic>
            <p:nvPicPr>
              <p:cNvPr id="7" name="Image 1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83" y="8496"/>
                <a:ext cx="6778" cy="1328"/>
              </a:xfrm>
              <a:prstGeom prst="rect">
                <a:avLst/>
              </a:prstGeom>
            </p:spPr>
          </p:pic>
          <p:sp>
            <p:nvSpPr>
              <p:cNvPr id="8" name="Text 4"/>
              <p:cNvSpPr/>
              <p:nvPr/>
            </p:nvSpPr>
            <p:spPr>
              <a:xfrm>
                <a:off x="9950" y="8803"/>
                <a:ext cx="244" cy="7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3550"/>
                  </a:lnSpc>
                  <a:buNone/>
                </a:pPr>
                <a:r>
                  <a:rPr lang="en-US" sz="2200" b="1" kern="0" spc="-45" dirty="0">
                    <a:solidFill>
                      <a:srgbClr val="272525"/>
                    </a:solidFill>
                    <a:latin typeface="Petrona Bold" pitchFamily="34" charset="0"/>
                    <a:ea typeface="Petrona Bold" pitchFamily="34" charset="-122"/>
                    <a:cs typeface="Petrona Bold" pitchFamily="34" charset="-120"/>
                  </a:rPr>
                  <a:t>2</a:t>
                </a:r>
                <a:endParaRPr lang="en-US" sz="2200" dirty="0"/>
              </a:p>
            </p:txBody>
          </p:sp>
          <p:sp>
            <p:nvSpPr>
              <p:cNvPr id="9" name="Text 5"/>
              <p:cNvSpPr/>
              <p:nvPr/>
            </p:nvSpPr>
            <p:spPr>
              <a:xfrm>
                <a:off x="13818" y="8853"/>
                <a:ext cx="3469" cy="6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3050"/>
                  </a:lnSpc>
                  <a:buNone/>
                </a:pPr>
                <a:r>
                  <a:rPr lang="en-US" sz="2450" b="1" kern="0" spc="-49" dirty="0">
                    <a:solidFill>
                      <a:srgbClr val="272525"/>
                    </a:solidFill>
                    <a:latin typeface="Petrona Bold" pitchFamily="34" charset="0"/>
                    <a:ea typeface="Petrona Bold" pitchFamily="34" charset="-122"/>
                  </a:rPr>
                  <a:t>Add  module </a:t>
                </a:r>
                <a:endParaRPr lang="en-US" sz="2450" dirty="0"/>
              </a:p>
            </p:txBody>
          </p:sp>
        </p:grpSp>
        <p:sp>
          <p:nvSpPr>
            <p:cNvPr id="10" name="Shape 6"/>
            <p:cNvSpPr/>
            <p:nvPr/>
          </p:nvSpPr>
          <p:spPr>
            <a:xfrm>
              <a:off x="13550" y="9845"/>
              <a:ext cx="11837" cy="24"/>
            </a:xfrm>
            <a:prstGeom prst="roundRect">
              <a:avLst>
                <a:gd name="adj" fmla="val 625116"/>
              </a:avLst>
            </a:prstGeom>
            <a:solidFill>
              <a:srgbClr val="C6BDD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167380" y="6295390"/>
            <a:ext cx="10495915" cy="843280"/>
            <a:chOff x="4988" y="9914"/>
            <a:chExt cx="16529" cy="1328"/>
          </a:xfrm>
        </p:grpSpPr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8" y="9914"/>
              <a:ext cx="10167" cy="1328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9950" y="10221"/>
              <a:ext cx="244" cy="71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3550"/>
                </a:lnSpc>
                <a:buNone/>
              </a:pPr>
              <a:r>
                <a:rPr lang="en-US" sz="2200" b="1" kern="0" spc="-45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3</a:t>
              </a:r>
              <a:endParaRPr lang="en-US" sz="220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15513" y="10271"/>
              <a:ext cx="6004" cy="61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050"/>
                </a:lnSpc>
                <a:buNone/>
              </a:pPr>
              <a:r>
                <a:rPr lang="en-US" sz="2450" b="1" kern="0" spc="-49" dirty="0">
                  <a:solidFill>
                    <a:srgbClr val="272525"/>
                  </a:solidFill>
                  <a:latin typeface="Petrona Bold" pitchFamily="34" charset="0"/>
                  <a:ea typeface="Petrona Bold" pitchFamily="34" charset="-122"/>
                  <a:cs typeface="Petrona Bold" pitchFamily="34" charset="-120"/>
                </a:rPr>
                <a:t>DRY (Don’t Repeat Yourself)</a:t>
              </a:r>
              <a:endParaRPr lang="en-US" sz="245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DEE53-A559-1FD9-01D9-4404C1940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>
            <a:extLst>
              <a:ext uri="{FF2B5EF4-FFF2-40B4-BE49-F238E27FC236}">
                <a16:creationId xmlns:a16="http://schemas.microsoft.com/office/drawing/2014/main" id="{35F693DD-6C9D-8B8C-EAF1-299C1ADBD949}"/>
              </a:ext>
            </a:extLst>
          </p:cNvPr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>
              <a:extLst>
                <a:ext uri="{FF2B5EF4-FFF2-40B4-BE49-F238E27FC236}">
                  <a16:creationId xmlns:a16="http://schemas.microsoft.com/office/drawing/2014/main" id="{3F266D97-18E9-5BC8-1E9E-6B59977E5439}"/>
                </a:ext>
              </a:extLst>
            </p:cNvPr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>
              <a:extLst>
                <a:ext uri="{FF2B5EF4-FFF2-40B4-BE49-F238E27FC236}">
                  <a16:creationId xmlns:a16="http://schemas.microsoft.com/office/drawing/2014/main" id="{3266B3D0-FB62-B60A-241E-E7B3BF21EDD4}"/>
                </a:ext>
              </a:extLst>
            </p:cNvPr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>
            <a:extLst>
              <a:ext uri="{FF2B5EF4-FFF2-40B4-BE49-F238E27FC236}">
                <a16:creationId xmlns:a16="http://schemas.microsoft.com/office/drawing/2014/main" id="{BEAB2720-4837-BAEC-BB04-A83857C3418A}"/>
              </a:ext>
            </a:extLst>
          </p:cNvPr>
          <p:cNvGrpSpPr/>
          <p:nvPr/>
        </p:nvGrpSpPr>
        <p:grpSpPr>
          <a:xfrm>
            <a:off x="1138555" y="2305050"/>
            <a:ext cx="2065020" cy="1261110"/>
            <a:chOff x="1138320" y="2129400"/>
            <a:chExt cx="2065320" cy="1436760"/>
          </a:xfrm>
        </p:grpSpPr>
        <p:sp>
          <p:nvSpPr>
            <p:cNvPr id="287" name="Google Shape;633;p13">
              <a:extLst>
                <a:ext uri="{FF2B5EF4-FFF2-40B4-BE49-F238E27FC236}">
                  <a16:creationId xmlns:a16="http://schemas.microsoft.com/office/drawing/2014/main" id="{648BE3BE-7399-1111-A539-7B14C65FCDE3}"/>
                </a:ext>
              </a:extLst>
            </p:cNvPr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>
              <a:extLst>
                <a:ext uri="{FF2B5EF4-FFF2-40B4-BE49-F238E27FC236}">
                  <a16:creationId xmlns:a16="http://schemas.microsoft.com/office/drawing/2014/main" id="{6C7B6C84-F502-BA7E-F83A-DF06C28BE7A9}"/>
                </a:ext>
              </a:extLst>
            </p:cNvPr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>
            <a:extLst>
              <a:ext uri="{FF2B5EF4-FFF2-40B4-BE49-F238E27FC236}">
                <a16:creationId xmlns:a16="http://schemas.microsoft.com/office/drawing/2014/main" id="{AB960E6F-F953-8CC2-53C1-BB58DE7B058F}"/>
              </a:ext>
            </a:extLst>
          </p:cNvPr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>
              <a:extLst>
                <a:ext uri="{FF2B5EF4-FFF2-40B4-BE49-F238E27FC236}">
                  <a16:creationId xmlns:a16="http://schemas.microsoft.com/office/drawing/2014/main" id="{5ACAF3AD-E189-9F84-D7B5-0B86421360E9}"/>
                </a:ext>
              </a:extLst>
            </p:cNvPr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>
                <a:extLst>
                  <a:ext uri="{FF2B5EF4-FFF2-40B4-BE49-F238E27FC236}">
                    <a16:creationId xmlns:a16="http://schemas.microsoft.com/office/drawing/2014/main" id="{2809B515-8B34-A94F-FF03-90B0AEC614BC}"/>
                  </a:ext>
                </a:extLst>
              </p:cNvPr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>
                <a:extLst>
                  <a:ext uri="{FF2B5EF4-FFF2-40B4-BE49-F238E27FC236}">
                    <a16:creationId xmlns:a16="http://schemas.microsoft.com/office/drawing/2014/main" id="{A84EA076-BA27-E7B2-A58B-FD752D6202E5}"/>
                  </a:ext>
                </a:extLst>
              </p:cNvPr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>
              <a:extLst>
                <a:ext uri="{FF2B5EF4-FFF2-40B4-BE49-F238E27FC236}">
                  <a16:creationId xmlns:a16="http://schemas.microsoft.com/office/drawing/2014/main" id="{639BC6E9-6A23-329A-28BC-9B1248ACB0D1}"/>
                </a:ext>
              </a:extLst>
            </p:cNvPr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>
                <a:extLst>
                  <a:ext uri="{FF2B5EF4-FFF2-40B4-BE49-F238E27FC236}">
                    <a16:creationId xmlns:a16="http://schemas.microsoft.com/office/drawing/2014/main" id="{930FFEE0-C0EF-7C62-BA07-ECB889892405}"/>
                  </a:ext>
                </a:extLst>
              </p:cNvPr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>
                <a:extLst>
                  <a:ext uri="{FF2B5EF4-FFF2-40B4-BE49-F238E27FC236}">
                    <a16:creationId xmlns:a16="http://schemas.microsoft.com/office/drawing/2014/main" id="{9E844D3C-5F69-B115-52B7-3BEDA53D6AA2}"/>
                  </a:ext>
                </a:extLst>
              </p:cNvPr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>
              <a:extLst>
                <a:ext uri="{FF2B5EF4-FFF2-40B4-BE49-F238E27FC236}">
                  <a16:creationId xmlns:a16="http://schemas.microsoft.com/office/drawing/2014/main" id="{4FADC362-377E-F895-2812-68BE92CE8A40}"/>
                </a:ext>
              </a:extLst>
            </p:cNvPr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>
                <a:extLst>
                  <a:ext uri="{FF2B5EF4-FFF2-40B4-BE49-F238E27FC236}">
                    <a16:creationId xmlns:a16="http://schemas.microsoft.com/office/drawing/2014/main" id="{B9401D40-8E83-7A3D-9D24-C7870E0291C2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>
                <a:extLst>
                  <a:ext uri="{FF2B5EF4-FFF2-40B4-BE49-F238E27FC236}">
                    <a16:creationId xmlns:a16="http://schemas.microsoft.com/office/drawing/2014/main" id="{69D67E07-5529-8D1E-622F-4D3E7ED5A228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>
              <a:extLst>
                <a:ext uri="{FF2B5EF4-FFF2-40B4-BE49-F238E27FC236}">
                  <a16:creationId xmlns:a16="http://schemas.microsoft.com/office/drawing/2014/main" id="{37DBDA5E-0B99-70E3-5026-20D7A702FDA4}"/>
                </a:ext>
              </a:extLst>
            </p:cNvPr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>
                <a:extLst>
                  <a:ext uri="{FF2B5EF4-FFF2-40B4-BE49-F238E27FC236}">
                    <a16:creationId xmlns:a16="http://schemas.microsoft.com/office/drawing/2014/main" id="{5522869C-5A83-DCB7-B309-5C07543C155F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>
                <a:extLst>
                  <a:ext uri="{FF2B5EF4-FFF2-40B4-BE49-F238E27FC236}">
                    <a16:creationId xmlns:a16="http://schemas.microsoft.com/office/drawing/2014/main" id="{AB35CF2C-7D54-274A-BB38-13DD1F019206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>
              <a:extLst>
                <a:ext uri="{FF2B5EF4-FFF2-40B4-BE49-F238E27FC236}">
                  <a16:creationId xmlns:a16="http://schemas.microsoft.com/office/drawing/2014/main" id="{FE77A206-1E9B-21F8-353B-836B307BCED0}"/>
                </a:ext>
              </a:extLst>
            </p:cNvPr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>
                <a:extLst>
                  <a:ext uri="{FF2B5EF4-FFF2-40B4-BE49-F238E27FC236}">
                    <a16:creationId xmlns:a16="http://schemas.microsoft.com/office/drawing/2014/main" id="{D4850227-E883-0C60-4454-A764CB631CDE}"/>
                  </a:ext>
                </a:extLst>
              </p:cNvPr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>
                <a:extLst>
                  <a:ext uri="{FF2B5EF4-FFF2-40B4-BE49-F238E27FC236}">
                    <a16:creationId xmlns:a16="http://schemas.microsoft.com/office/drawing/2014/main" id="{D89A89CD-8B0F-34CB-B8E8-0E8ABD36F816}"/>
                  </a:ext>
                </a:extLst>
              </p:cNvPr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>
              <a:extLst>
                <a:ext uri="{FF2B5EF4-FFF2-40B4-BE49-F238E27FC236}">
                  <a16:creationId xmlns:a16="http://schemas.microsoft.com/office/drawing/2014/main" id="{B128C1D0-29B3-AD2A-58E2-6F1A7E9D77AD}"/>
                </a:ext>
              </a:extLst>
            </p:cNvPr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>
                <a:extLst>
                  <a:ext uri="{FF2B5EF4-FFF2-40B4-BE49-F238E27FC236}">
                    <a16:creationId xmlns:a16="http://schemas.microsoft.com/office/drawing/2014/main" id="{0801640F-C593-8185-FC6D-F056EE1A29F1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>
                <a:extLst>
                  <a:ext uri="{FF2B5EF4-FFF2-40B4-BE49-F238E27FC236}">
                    <a16:creationId xmlns:a16="http://schemas.microsoft.com/office/drawing/2014/main" id="{15991190-F874-B1EC-D526-7D1CD85CD28D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>
              <a:extLst>
                <a:ext uri="{FF2B5EF4-FFF2-40B4-BE49-F238E27FC236}">
                  <a16:creationId xmlns:a16="http://schemas.microsoft.com/office/drawing/2014/main" id="{E58E56EC-F757-FC21-6817-15D2BD66C300}"/>
                </a:ext>
              </a:extLst>
            </p:cNvPr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>
                <a:extLst>
                  <a:ext uri="{FF2B5EF4-FFF2-40B4-BE49-F238E27FC236}">
                    <a16:creationId xmlns:a16="http://schemas.microsoft.com/office/drawing/2014/main" id="{106FC6CC-DC54-1E21-9A3E-F86CE5581530}"/>
                  </a:ext>
                </a:extLst>
              </p:cNvPr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>
                <a:extLst>
                  <a:ext uri="{FF2B5EF4-FFF2-40B4-BE49-F238E27FC236}">
                    <a16:creationId xmlns:a16="http://schemas.microsoft.com/office/drawing/2014/main" id="{CD341D12-C23D-A70D-8151-19E2468EC0A2}"/>
                  </a:ext>
                </a:extLst>
              </p:cNvPr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>
              <a:extLst>
                <a:ext uri="{FF2B5EF4-FFF2-40B4-BE49-F238E27FC236}">
                  <a16:creationId xmlns:a16="http://schemas.microsoft.com/office/drawing/2014/main" id="{64AA184E-0925-1D9A-A02C-01294E33AF2D}"/>
                </a:ext>
              </a:extLst>
            </p:cNvPr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>
                <a:extLst>
                  <a:ext uri="{FF2B5EF4-FFF2-40B4-BE49-F238E27FC236}">
                    <a16:creationId xmlns:a16="http://schemas.microsoft.com/office/drawing/2014/main" id="{02AE0E49-6449-3FA4-7D8C-7F33B1C2F979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>
                <a:extLst>
                  <a:ext uri="{FF2B5EF4-FFF2-40B4-BE49-F238E27FC236}">
                    <a16:creationId xmlns:a16="http://schemas.microsoft.com/office/drawing/2014/main" id="{E6CF7B68-0108-B8BE-D197-80C12F0E304C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>
              <a:extLst>
                <a:ext uri="{FF2B5EF4-FFF2-40B4-BE49-F238E27FC236}">
                  <a16:creationId xmlns:a16="http://schemas.microsoft.com/office/drawing/2014/main" id="{D14E0A3B-3A81-EDD6-1AC6-CAA5E6D9A946}"/>
                </a:ext>
              </a:extLst>
            </p:cNvPr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>
                <a:extLst>
                  <a:ext uri="{FF2B5EF4-FFF2-40B4-BE49-F238E27FC236}">
                    <a16:creationId xmlns:a16="http://schemas.microsoft.com/office/drawing/2014/main" id="{ACC9D957-5F62-D5B4-F091-DF70BBCB07AF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>
                <a:extLst>
                  <a:ext uri="{FF2B5EF4-FFF2-40B4-BE49-F238E27FC236}">
                    <a16:creationId xmlns:a16="http://schemas.microsoft.com/office/drawing/2014/main" id="{7E6B0093-C707-2B0E-43D5-5A55C3A2D6EB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>
            <a:extLst>
              <a:ext uri="{FF2B5EF4-FFF2-40B4-BE49-F238E27FC236}">
                <a16:creationId xmlns:a16="http://schemas.microsoft.com/office/drawing/2014/main" id="{9A33EC32-9CEC-7F40-0A59-18C8EB54E5A3}"/>
              </a:ext>
            </a:extLst>
          </p:cNvPr>
          <p:cNvSpPr/>
          <p:nvPr/>
        </p:nvSpPr>
        <p:spPr>
          <a:xfrm>
            <a:off x="3671570" y="2550795"/>
            <a:ext cx="9770110" cy="9295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1" strike="noStrike" spc="-1" dirty="0">
                <a:solidFill>
                  <a:srgbClr val="393A3F"/>
                </a:solidFill>
                <a:latin typeface="Anton"/>
                <a:ea typeface="Anton"/>
              </a:rPr>
              <a:t>Final Say</a:t>
            </a:r>
          </a:p>
        </p:txBody>
      </p:sp>
      <p:sp>
        <p:nvSpPr>
          <p:cNvPr id="360" name="Google Shape;706;p13">
            <a:extLst>
              <a:ext uri="{FF2B5EF4-FFF2-40B4-BE49-F238E27FC236}">
                <a16:creationId xmlns:a16="http://schemas.microsoft.com/office/drawing/2014/main" id="{56F823BA-DB54-F70C-A4AA-665A036FF04B}"/>
              </a:ext>
            </a:extLst>
          </p:cNvPr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019</a:t>
            </a:r>
            <a:endParaRPr lang="en-US" sz="7870" b="0" strike="noStrike" spc="-1" dirty="0">
              <a:latin typeface="Arial"/>
            </a:endParaRPr>
          </a:p>
        </p:txBody>
      </p:sp>
      <p:sp>
        <p:nvSpPr>
          <p:cNvPr id="361" name="Google Shape;707;p13">
            <a:extLst>
              <a:ext uri="{FF2B5EF4-FFF2-40B4-BE49-F238E27FC236}">
                <a16:creationId xmlns:a16="http://schemas.microsoft.com/office/drawing/2014/main" id="{9966A51F-388C-DCE8-C877-8C6134FA4C0F}"/>
              </a:ext>
            </a:extLst>
          </p:cNvPr>
          <p:cNvSpPr/>
          <p:nvPr/>
        </p:nvSpPr>
        <p:spPr>
          <a:xfrm>
            <a:off x="191770" y="4135120"/>
            <a:ext cx="12823825" cy="226017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3200" strike="noStrike" spc="-1" dirty="0">
                <a:solidFill>
                  <a:srgbClr val="000000"/>
                </a:solidFill>
                <a:latin typeface="+mj-lt"/>
                <a:ea typeface="Arial"/>
                <a:cs typeface="+mj-lt"/>
              </a:rPr>
              <a:t>        ◦</a:t>
            </a:r>
            <a:r>
              <a:rPr lang="en-US" sz="3200" b="1" strike="noStrike" spc="-1" dirty="0">
                <a:solidFill>
                  <a:srgbClr val="000000"/>
                </a:solidFill>
                <a:latin typeface="+mj-lt"/>
                <a:ea typeface="Arial"/>
                <a:cs typeface="+mj-lt"/>
              </a:rPr>
              <a:t> </a:t>
            </a:r>
            <a:r>
              <a:rPr lang="en-US" sz="3200" b="1" dirty="0"/>
              <a:t>Customization</a:t>
            </a:r>
          </a:p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3200" strike="noStrike" spc="-1" dirty="0">
                <a:solidFill>
                  <a:srgbClr val="000000"/>
                </a:solidFill>
                <a:latin typeface="+mj-lt"/>
                <a:ea typeface="Arial"/>
                <a:cs typeface="+mj-lt"/>
              </a:rPr>
              <a:t>        ◦</a:t>
            </a:r>
            <a:r>
              <a:rPr lang="en-US" sz="3200" b="1" strike="noStrike" spc="-1" dirty="0">
                <a:solidFill>
                  <a:srgbClr val="000000"/>
                </a:solidFill>
                <a:latin typeface="+mj-lt"/>
                <a:ea typeface="Arial"/>
                <a:cs typeface="+mj-lt"/>
              </a:rPr>
              <a:t> </a:t>
            </a:r>
            <a:r>
              <a:rPr lang="en-US" sz="3200" b="1" dirty="0"/>
              <a:t>Brand</a:t>
            </a:r>
          </a:p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000000"/>
                </a:solidFill>
                <a:latin typeface="+mj-lt"/>
                <a:ea typeface="Arial"/>
                <a:cs typeface="+mj-lt"/>
              </a:rPr>
              <a:t>        </a:t>
            </a:r>
            <a:r>
              <a:rPr lang="en-US" sz="3200" strike="noStrike" spc="-1" dirty="0">
                <a:solidFill>
                  <a:srgbClr val="000000"/>
                </a:solidFill>
                <a:latin typeface="+mj-lt"/>
                <a:ea typeface="Arial"/>
                <a:cs typeface="+mj-lt"/>
              </a:rPr>
              <a:t>◦ </a:t>
            </a:r>
            <a:r>
              <a:rPr lang="en-US" sz="3200" b="1" dirty="0"/>
              <a:t>Microservice</a:t>
            </a:r>
          </a:p>
        </p:txBody>
      </p:sp>
      <p:grpSp>
        <p:nvGrpSpPr>
          <p:cNvPr id="6" name="Google Shape;691;p13">
            <a:extLst>
              <a:ext uri="{FF2B5EF4-FFF2-40B4-BE49-F238E27FC236}">
                <a16:creationId xmlns:a16="http://schemas.microsoft.com/office/drawing/2014/main" id="{52784B2C-25E9-A9EB-5042-B11752969F2B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7" name="Google Shape;692;p13">
              <a:extLst>
                <a:ext uri="{FF2B5EF4-FFF2-40B4-BE49-F238E27FC236}">
                  <a16:creationId xmlns:a16="http://schemas.microsoft.com/office/drawing/2014/main" id="{F641614F-B6A5-1E21-B77D-20AB07EC9272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5" name="Google Shape;693;p13">
                <a:extLst>
                  <a:ext uri="{FF2B5EF4-FFF2-40B4-BE49-F238E27FC236}">
                    <a16:creationId xmlns:a16="http://schemas.microsoft.com/office/drawing/2014/main" id="{EABAB964-6EF7-28A7-209D-2E4E228C153E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Google Shape;694;p13">
                <a:extLst>
                  <a:ext uri="{FF2B5EF4-FFF2-40B4-BE49-F238E27FC236}">
                    <a16:creationId xmlns:a16="http://schemas.microsoft.com/office/drawing/2014/main" id="{B71C4F7C-CDE6-88D9-04C5-46F25D5C7998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oogle Shape;695;p13">
              <a:extLst>
                <a:ext uri="{FF2B5EF4-FFF2-40B4-BE49-F238E27FC236}">
                  <a16:creationId xmlns:a16="http://schemas.microsoft.com/office/drawing/2014/main" id="{E648C3FB-E558-6B4D-00F0-C5AD0BC78E61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13" name="Google Shape;696;p13">
                <a:extLst>
                  <a:ext uri="{FF2B5EF4-FFF2-40B4-BE49-F238E27FC236}">
                    <a16:creationId xmlns:a16="http://schemas.microsoft.com/office/drawing/2014/main" id="{23C52078-45A0-D76E-BF2F-45B5E206E4FF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Google Shape;697;p13">
                <a:extLst>
                  <a:ext uri="{FF2B5EF4-FFF2-40B4-BE49-F238E27FC236}">
                    <a16:creationId xmlns:a16="http://schemas.microsoft.com/office/drawing/2014/main" id="{C3CCB851-2087-91D1-19B4-58859E1D7EFE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oogle Shape;698;p13">
              <a:extLst>
                <a:ext uri="{FF2B5EF4-FFF2-40B4-BE49-F238E27FC236}">
                  <a16:creationId xmlns:a16="http://schemas.microsoft.com/office/drawing/2014/main" id="{A36A7D31-44CC-A5DA-8BD2-CD937E8A8F81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11" name="Google Shape;699;p13">
                <a:extLst>
                  <a:ext uri="{FF2B5EF4-FFF2-40B4-BE49-F238E27FC236}">
                    <a16:creationId xmlns:a16="http://schemas.microsoft.com/office/drawing/2014/main" id="{4807137E-2BBA-E95E-C3A7-A73CA30AE222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700;p13">
                <a:extLst>
                  <a:ext uri="{FF2B5EF4-FFF2-40B4-BE49-F238E27FC236}">
                    <a16:creationId xmlns:a16="http://schemas.microsoft.com/office/drawing/2014/main" id="{B5EC99E5-F58F-1A7E-020C-8D3A0ED22AA9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" name="Google Shape;703;p13">
              <a:extLst>
                <a:ext uri="{FF2B5EF4-FFF2-40B4-BE49-F238E27FC236}">
                  <a16:creationId xmlns:a16="http://schemas.microsoft.com/office/drawing/2014/main" id="{5BE3B2EC-71A7-0C1A-C3AA-0CCBD31E597A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2491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3B1F5-A5F0-3E8C-CA1D-F45C36B08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629;p13">
            <a:extLst>
              <a:ext uri="{FF2B5EF4-FFF2-40B4-BE49-F238E27FC236}">
                <a16:creationId xmlns:a16="http://schemas.microsoft.com/office/drawing/2014/main" id="{80BCCF34-55A1-5329-0816-BD2D7926C10B}"/>
              </a:ext>
            </a:extLst>
          </p:cNvPr>
          <p:cNvGrpSpPr/>
          <p:nvPr/>
        </p:nvGrpSpPr>
        <p:grpSpPr>
          <a:xfrm>
            <a:off x="1028880" y="2305440"/>
            <a:ext cx="2065320" cy="1436760"/>
            <a:chOff x="1028880" y="2305440"/>
            <a:chExt cx="2065320" cy="1436760"/>
          </a:xfrm>
        </p:grpSpPr>
        <p:sp>
          <p:nvSpPr>
            <p:cNvPr id="284" name="Google Shape;630;p13">
              <a:extLst>
                <a:ext uri="{FF2B5EF4-FFF2-40B4-BE49-F238E27FC236}">
                  <a16:creationId xmlns:a16="http://schemas.microsoft.com/office/drawing/2014/main" id="{3069575A-1D7F-36DA-5AB5-E529E1614015}"/>
                </a:ext>
              </a:extLst>
            </p:cNvPr>
            <p:cNvSpPr/>
            <p:nvPr/>
          </p:nvSpPr>
          <p:spPr>
            <a:xfrm>
              <a:off x="1028880" y="248616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393A3F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Google Shape;631;p13">
              <a:extLst>
                <a:ext uri="{FF2B5EF4-FFF2-40B4-BE49-F238E27FC236}">
                  <a16:creationId xmlns:a16="http://schemas.microsoft.com/office/drawing/2014/main" id="{BF032AE2-D554-589B-CF8F-BE620A29F39F}"/>
                </a:ext>
              </a:extLst>
            </p:cNvPr>
            <p:cNvSpPr/>
            <p:nvPr/>
          </p:nvSpPr>
          <p:spPr>
            <a:xfrm>
              <a:off x="1028880" y="230544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286" name="Google Shape;632;p13">
            <a:extLst>
              <a:ext uri="{FF2B5EF4-FFF2-40B4-BE49-F238E27FC236}">
                <a16:creationId xmlns:a16="http://schemas.microsoft.com/office/drawing/2014/main" id="{BF5A96AD-8F6A-3C85-2DE4-4D316FFB4270}"/>
              </a:ext>
            </a:extLst>
          </p:cNvPr>
          <p:cNvGrpSpPr/>
          <p:nvPr/>
        </p:nvGrpSpPr>
        <p:grpSpPr>
          <a:xfrm>
            <a:off x="1138555" y="2305050"/>
            <a:ext cx="2065020" cy="1261110"/>
            <a:chOff x="1138320" y="2129400"/>
            <a:chExt cx="2065320" cy="1436760"/>
          </a:xfrm>
        </p:grpSpPr>
        <p:sp>
          <p:nvSpPr>
            <p:cNvPr id="287" name="Google Shape;633;p13">
              <a:extLst>
                <a:ext uri="{FF2B5EF4-FFF2-40B4-BE49-F238E27FC236}">
                  <a16:creationId xmlns:a16="http://schemas.microsoft.com/office/drawing/2014/main" id="{A765E2CD-1844-F6A8-DBA3-1299576F78F3}"/>
                </a:ext>
              </a:extLst>
            </p:cNvPr>
            <p:cNvSpPr/>
            <p:nvPr/>
          </p:nvSpPr>
          <p:spPr>
            <a:xfrm>
              <a:off x="1138320" y="2310120"/>
              <a:ext cx="2065320" cy="1256040"/>
            </a:xfrm>
            <a:custGeom>
              <a:avLst/>
              <a:gdLst/>
              <a:ahLst/>
              <a:cxnLst/>
              <a:rect l="l" t="t" r="r" b="b"/>
              <a:pathLst>
                <a:path w="544017" h="330886">
                  <a:moveTo>
                    <a:pt x="119939" y="0"/>
                  </a:moveTo>
                  <a:lnTo>
                    <a:pt x="424078" y="0"/>
                  </a:lnTo>
                  <a:cubicBezTo>
                    <a:pt x="455888" y="0"/>
                    <a:pt x="486395" y="12636"/>
                    <a:pt x="508888" y="35129"/>
                  </a:cubicBezTo>
                  <a:cubicBezTo>
                    <a:pt x="531381" y="57622"/>
                    <a:pt x="544017" y="88129"/>
                    <a:pt x="544017" y="119939"/>
                  </a:cubicBezTo>
                  <a:lnTo>
                    <a:pt x="544017" y="210947"/>
                  </a:lnTo>
                  <a:cubicBezTo>
                    <a:pt x="544017" y="242757"/>
                    <a:pt x="531381" y="273264"/>
                    <a:pt x="508888" y="295756"/>
                  </a:cubicBezTo>
                  <a:cubicBezTo>
                    <a:pt x="486395" y="318249"/>
                    <a:pt x="455888" y="330886"/>
                    <a:pt x="424078" y="330886"/>
                  </a:cubicBezTo>
                  <a:lnTo>
                    <a:pt x="119939" y="330886"/>
                  </a:lnTo>
                  <a:cubicBezTo>
                    <a:pt x="88129" y="330886"/>
                    <a:pt x="57622" y="318249"/>
                    <a:pt x="35129" y="295756"/>
                  </a:cubicBezTo>
                  <a:cubicBezTo>
                    <a:pt x="12636" y="273264"/>
                    <a:pt x="0" y="242757"/>
                    <a:pt x="0" y="210947"/>
                  </a:cubicBezTo>
                  <a:lnTo>
                    <a:pt x="0" y="119939"/>
                  </a:lnTo>
                  <a:cubicBezTo>
                    <a:pt x="0" y="88129"/>
                    <a:pt x="12636" y="57622"/>
                    <a:pt x="35129" y="35129"/>
                  </a:cubicBezTo>
                  <a:cubicBezTo>
                    <a:pt x="57622" y="12636"/>
                    <a:pt x="88129" y="0"/>
                    <a:pt x="119939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Google Shape;634;p13">
              <a:extLst>
                <a:ext uri="{FF2B5EF4-FFF2-40B4-BE49-F238E27FC236}">
                  <a16:creationId xmlns:a16="http://schemas.microsoft.com/office/drawing/2014/main" id="{9B7AE642-2E29-18D4-618D-B98724EE3435}"/>
                </a:ext>
              </a:extLst>
            </p:cNvPr>
            <p:cNvSpPr/>
            <p:nvPr/>
          </p:nvSpPr>
          <p:spPr>
            <a:xfrm>
              <a:off x="1138320" y="2129400"/>
              <a:ext cx="2065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7" name="Google Shape;663;p13">
            <a:extLst>
              <a:ext uri="{FF2B5EF4-FFF2-40B4-BE49-F238E27FC236}">
                <a16:creationId xmlns:a16="http://schemas.microsoft.com/office/drawing/2014/main" id="{E34AAA10-EE2E-9EB4-D103-216418B64267}"/>
              </a:ext>
            </a:extLst>
          </p:cNvPr>
          <p:cNvGrpSpPr/>
          <p:nvPr/>
        </p:nvGrpSpPr>
        <p:grpSpPr>
          <a:xfrm>
            <a:off x="503640" y="429480"/>
            <a:ext cx="5850360" cy="1309680"/>
            <a:chOff x="503640" y="429480"/>
            <a:chExt cx="5850360" cy="1309680"/>
          </a:xfrm>
        </p:grpSpPr>
        <p:grpSp>
          <p:nvGrpSpPr>
            <p:cNvPr id="318" name="Google Shape;664;p13">
              <a:extLst>
                <a:ext uri="{FF2B5EF4-FFF2-40B4-BE49-F238E27FC236}">
                  <a16:creationId xmlns:a16="http://schemas.microsoft.com/office/drawing/2014/main" id="{5E3C0291-E4F2-3556-967C-4C7004F9882B}"/>
                </a:ext>
              </a:extLst>
            </p:cNvPr>
            <p:cNvGrpSpPr/>
            <p:nvPr/>
          </p:nvGrpSpPr>
          <p:grpSpPr>
            <a:xfrm>
              <a:off x="4724280" y="1348920"/>
              <a:ext cx="1629720" cy="390240"/>
              <a:chOff x="4724280" y="1348920"/>
              <a:chExt cx="1629720" cy="390240"/>
            </a:xfrm>
          </p:grpSpPr>
          <p:sp>
            <p:nvSpPr>
              <p:cNvPr id="319" name="Google Shape;665;p13">
                <a:extLst>
                  <a:ext uri="{FF2B5EF4-FFF2-40B4-BE49-F238E27FC236}">
                    <a16:creationId xmlns:a16="http://schemas.microsoft.com/office/drawing/2014/main" id="{C5744E53-A346-041A-4BDA-DAF90E7C8C44}"/>
                  </a:ext>
                </a:extLst>
              </p:cNvPr>
              <p:cNvSpPr/>
              <p:nvPr/>
            </p:nvSpPr>
            <p:spPr>
              <a:xfrm rot="10800000">
                <a:off x="472428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Google Shape;666;p13">
                <a:extLst>
                  <a:ext uri="{FF2B5EF4-FFF2-40B4-BE49-F238E27FC236}">
                    <a16:creationId xmlns:a16="http://schemas.microsoft.com/office/drawing/2014/main" id="{EA3F1DAC-636F-43C9-BAA3-56FE15481320}"/>
                  </a:ext>
                </a:extLst>
              </p:cNvPr>
              <p:cNvSpPr/>
              <p:nvPr/>
            </p:nvSpPr>
            <p:spPr>
              <a:xfrm rot="10800000">
                <a:off x="472428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1" name="Google Shape;667;p13">
              <a:extLst>
                <a:ext uri="{FF2B5EF4-FFF2-40B4-BE49-F238E27FC236}">
                  <a16:creationId xmlns:a16="http://schemas.microsoft.com/office/drawing/2014/main" id="{EA4E2B09-20C6-378F-CD1F-6D224678F02E}"/>
                </a:ext>
              </a:extLst>
            </p:cNvPr>
            <p:cNvGrpSpPr/>
            <p:nvPr/>
          </p:nvGrpSpPr>
          <p:grpSpPr>
            <a:xfrm>
              <a:off x="2795760" y="1348920"/>
              <a:ext cx="1629720" cy="390240"/>
              <a:chOff x="2795760" y="1348920"/>
              <a:chExt cx="1629720" cy="390240"/>
            </a:xfrm>
          </p:grpSpPr>
          <p:sp>
            <p:nvSpPr>
              <p:cNvPr id="322" name="Google Shape;668;p13">
                <a:extLst>
                  <a:ext uri="{FF2B5EF4-FFF2-40B4-BE49-F238E27FC236}">
                    <a16:creationId xmlns:a16="http://schemas.microsoft.com/office/drawing/2014/main" id="{BC4EB1E3-EDB2-CE25-0895-256263547281}"/>
                  </a:ext>
                </a:extLst>
              </p:cNvPr>
              <p:cNvSpPr/>
              <p:nvPr/>
            </p:nvSpPr>
            <p:spPr>
              <a:xfrm rot="10800000">
                <a:off x="2795760" y="134892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Google Shape;669;p13">
                <a:extLst>
                  <a:ext uri="{FF2B5EF4-FFF2-40B4-BE49-F238E27FC236}">
                    <a16:creationId xmlns:a16="http://schemas.microsoft.com/office/drawing/2014/main" id="{6F675B3E-E767-0B67-79E2-9E15F2A0FE51}"/>
                  </a:ext>
                </a:extLst>
              </p:cNvPr>
              <p:cNvSpPr/>
              <p:nvPr/>
            </p:nvSpPr>
            <p:spPr>
              <a:xfrm rot="10800000">
                <a:off x="2795760" y="134928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4" name="Google Shape;670;p13">
              <a:extLst>
                <a:ext uri="{FF2B5EF4-FFF2-40B4-BE49-F238E27FC236}">
                  <a16:creationId xmlns:a16="http://schemas.microsoft.com/office/drawing/2014/main" id="{9BB94484-5909-BE54-F595-B7E8925C6C1B}"/>
                </a:ext>
              </a:extLst>
            </p:cNvPr>
            <p:cNvGrpSpPr/>
            <p:nvPr/>
          </p:nvGrpSpPr>
          <p:grpSpPr>
            <a:xfrm>
              <a:off x="3715560" y="736920"/>
              <a:ext cx="1629720" cy="389880"/>
              <a:chOff x="3715560" y="736920"/>
              <a:chExt cx="1629720" cy="389880"/>
            </a:xfrm>
          </p:grpSpPr>
          <p:sp>
            <p:nvSpPr>
              <p:cNvPr id="325" name="Google Shape;671;p13">
                <a:extLst>
                  <a:ext uri="{FF2B5EF4-FFF2-40B4-BE49-F238E27FC236}">
                    <a16:creationId xmlns:a16="http://schemas.microsoft.com/office/drawing/2014/main" id="{5E7F297A-6888-DFFB-4CB5-EF03865ED3A7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Google Shape;672;p13">
                <a:extLst>
                  <a:ext uri="{FF2B5EF4-FFF2-40B4-BE49-F238E27FC236}">
                    <a16:creationId xmlns:a16="http://schemas.microsoft.com/office/drawing/2014/main" id="{B217F08D-6782-FE3E-E4CB-1D07570D442A}"/>
                  </a:ext>
                </a:extLst>
              </p:cNvPr>
              <p:cNvSpPr/>
              <p:nvPr/>
            </p:nvSpPr>
            <p:spPr>
              <a:xfrm rot="10800000">
                <a:off x="3715560" y="736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27" name="Google Shape;673;p13">
              <a:extLst>
                <a:ext uri="{FF2B5EF4-FFF2-40B4-BE49-F238E27FC236}">
                  <a16:creationId xmlns:a16="http://schemas.microsoft.com/office/drawing/2014/main" id="{5889B733-FFF7-314D-3403-B0C8B4E1F5C3}"/>
                </a:ext>
              </a:extLst>
            </p:cNvPr>
            <p:cNvGrpSpPr/>
            <p:nvPr/>
          </p:nvGrpSpPr>
          <p:grpSpPr>
            <a:xfrm>
              <a:off x="1980720" y="745560"/>
              <a:ext cx="1629720" cy="389880"/>
              <a:chOff x="1980720" y="745560"/>
              <a:chExt cx="1629720" cy="389880"/>
            </a:xfrm>
          </p:grpSpPr>
          <p:sp>
            <p:nvSpPr>
              <p:cNvPr id="328" name="Google Shape;674;p13">
                <a:extLst>
                  <a:ext uri="{FF2B5EF4-FFF2-40B4-BE49-F238E27FC236}">
                    <a16:creationId xmlns:a16="http://schemas.microsoft.com/office/drawing/2014/main" id="{AE385A5B-DEF5-6B3C-E272-9841B4389195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429306" h="55164">
                    <a:moveTo>
                      <a:pt x="27582" y="0"/>
                    </a:moveTo>
                    <a:lnTo>
                      <a:pt x="401724" y="0"/>
                    </a:lnTo>
                    <a:cubicBezTo>
                      <a:pt x="416957" y="0"/>
                      <a:pt x="429306" y="12349"/>
                      <a:pt x="429306" y="27582"/>
                    </a:cubicBezTo>
                    <a:lnTo>
                      <a:pt x="429306" y="27582"/>
                    </a:lnTo>
                    <a:cubicBezTo>
                      <a:pt x="429306" y="34897"/>
                      <a:pt x="426400" y="41912"/>
                      <a:pt x="421228" y="47085"/>
                    </a:cubicBezTo>
                    <a:cubicBezTo>
                      <a:pt x="416055" y="52258"/>
                      <a:pt x="409040" y="55164"/>
                      <a:pt x="401724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5EC9C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Google Shape;675;p13">
                <a:extLst>
                  <a:ext uri="{FF2B5EF4-FFF2-40B4-BE49-F238E27FC236}">
                    <a16:creationId xmlns:a16="http://schemas.microsoft.com/office/drawing/2014/main" id="{59E0D144-525F-C916-FA47-FE6CA0078B4A}"/>
                  </a:ext>
                </a:extLst>
              </p:cNvPr>
              <p:cNvSpPr/>
              <p:nvPr/>
            </p:nvSpPr>
            <p:spPr>
              <a:xfrm rot="10800000">
                <a:off x="1980720" y="745560"/>
                <a:ext cx="162972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0" name="Google Shape;676;p13">
              <a:extLst>
                <a:ext uri="{FF2B5EF4-FFF2-40B4-BE49-F238E27FC236}">
                  <a16:creationId xmlns:a16="http://schemas.microsoft.com/office/drawing/2014/main" id="{73D944D1-630E-4F36-25B7-43ECC3EAD3C3}"/>
                </a:ext>
              </a:extLst>
            </p:cNvPr>
            <p:cNvGrpSpPr/>
            <p:nvPr/>
          </p:nvGrpSpPr>
          <p:grpSpPr>
            <a:xfrm>
              <a:off x="1475280" y="1348920"/>
              <a:ext cx="892800" cy="390240"/>
              <a:chOff x="1475280" y="1348920"/>
              <a:chExt cx="892800" cy="390240"/>
            </a:xfrm>
          </p:grpSpPr>
          <p:sp>
            <p:nvSpPr>
              <p:cNvPr id="331" name="Google Shape;677;p13">
                <a:extLst>
                  <a:ext uri="{FF2B5EF4-FFF2-40B4-BE49-F238E27FC236}">
                    <a16:creationId xmlns:a16="http://schemas.microsoft.com/office/drawing/2014/main" id="{31B4F1F7-8640-F73A-C283-2EBE0D9413E1}"/>
                  </a:ext>
                </a:extLst>
              </p:cNvPr>
              <p:cNvSpPr/>
              <p:nvPr/>
            </p:nvSpPr>
            <p:spPr>
              <a:xfrm rot="10800000">
                <a:off x="1475280" y="134892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Google Shape;678;p13">
                <a:extLst>
                  <a:ext uri="{FF2B5EF4-FFF2-40B4-BE49-F238E27FC236}">
                    <a16:creationId xmlns:a16="http://schemas.microsoft.com/office/drawing/2014/main" id="{95A19C2D-9215-163E-0834-6D909D3159EC}"/>
                  </a:ext>
                </a:extLst>
              </p:cNvPr>
              <p:cNvSpPr/>
              <p:nvPr/>
            </p:nvSpPr>
            <p:spPr>
              <a:xfrm rot="10800000">
                <a:off x="1475280" y="134928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3" name="Google Shape;679;p13">
              <a:extLst>
                <a:ext uri="{FF2B5EF4-FFF2-40B4-BE49-F238E27FC236}">
                  <a16:creationId xmlns:a16="http://schemas.microsoft.com/office/drawing/2014/main" id="{BDECC2FE-E7E5-391F-A75F-469F7F7E71FE}"/>
                </a:ext>
              </a:extLst>
            </p:cNvPr>
            <p:cNvGrpSpPr/>
            <p:nvPr/>
          </p:nvGrpSpPr>
          <p:grpSpPr>
            <a:xfrm>
              <a:off x="503640" y="745560"/>
              <a:ext cx="892800" cy="389880"/>
              <a:chOff x="503640" y="745560"/>
              <a:chExt cx="892800" cy="389880"/>
            </a:xfrm>
          </p:grpSpPr>
          <p:sp>
            <p:nvSpPr>
              <p:cNvPr id="334" name="Google Shape;680;p13">
                <a:extLst>
                  <a:ext uri="{FF2B5EF4-FFF2-40B4-BE49-F238E27FC236}">
                    <a16:creationId xmlns:a16="http://schemas.microsoft.com/office/drawing/2014/main" id="{F3791AC8-B74A-8A8A-6207-620079CEBBF8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235266" h="55164">
                    <a:moveTo>
                      <a:pt x="27582" y="0"/>
                    </a:moveTo>
                    <a:lnTo>
                      <a:pt x="207685" y="0"/>
                    </a:lnTo>
                    <a:cubicBezTo>
                      <a:pt x="215000" y="0"/>
                      <a:pt x="222015" y="2906"/>
                      <a:pt x="227188" y="8079"/>
                    </a:cubicBezTo>
                    <a:cubicBezTo>
                      <a:pt x="232361" y="13251"/>
                      <a:pt x="235266" y="20267"/>
                      <a:pt x="235266" y="27582"/>
                    </a:cubicBezTo>
                    <a:lnTo>
                      <a:pt x="235266" y="27582"/>
                    </a:lnTo>
                    <a:cubicBezTo>
                      <a:pt x="235266" y="42815"/>
                      <a:pt x="222918" y="55164"/>
                      <a:pt x="207685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A6A6A6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Google Shape;681;p13">
                <a:extLst>
                  <a:ext uri="{FF2B5EF4-FFF2-40B4-BE49-F238E27FC236}">
                    <a16:creationId xmlns:a16="http://schemas.microsoft.com/office/drawing/2014/main" id="{A41FBE67-4C9E-DBC8-952C-C15F74421BC6}"/>
                  </a:ext>
                </a:extLst>
              </p:cNvPr>
              <p:cNvSpPr/>
              <p:nvPr/>
            </p:nvSpPr>
            <p:spPr>
              <a:xfrm rot="10800000">
                <a:off x="503640" y="745560"/>
                <a:ext cx="89280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6" name="Google Shape;682;p13">
              <a:extLst>
                <a:ext uri="{FF2B5EF4-FFF2-40B4-BE49-F238E27FC236}">
                  <a16:creationId xmlns:a16="http://schemas.microsoft.com/office/drawing/2014/main" id="{B4A4BB4D-8D47-848E-AEB5-E788ED0760A8}"/>
                </a:ext>
              </a:extLst>
            </p:cNvPr>
            <p:cNvGrpSpPr/>
            <p:nvPr/>
          </p:nvGrpSpPr>
          <p:grpSpPr>
            <a:xfrm>
              <a:off x="5452560" y="745200"/>
              <a:ext cx="901440" cy="372960"/>
              <a:chOff x="5452560" y="745200"/>
              <a:chExt cx="901440" cy="372960"/>
            </a:xfrm>
          </p:grpSpPr>
          <p:sp>
            <p:nvSpPr>
              <p:cNvPr id="337" name="Google Shape;683;p13">
                <a:extLst>
                  <a:ext uri="{FF2B5EF4-FFF2-40B4-BE49-F238E27FC236}">
                    <a16:creationId xmlns:a16="http://schemas.microsoft.com/office/drawing/2014/main" id="{885FCD27-7866-3D3B-FFB0-BC3A8D632728}"/>
                  </a:ext>
                </a:extLst>
              </p:cNvPr>
              <p:cNvSpPr/>
              <p:nvPr/>
            </p:nvSpPr>
            <p:spPr>
              <a:xfrm rot="10800000">
                <a:off x="5452560" y="745560"/>
                <a:ext cx="90144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37523" h="50651">
                    <a:moveTo>
                      <a:pt x="25326" y="0"/>
                    </a:moveTo>
                    <a:lnTo>
                      <a:pt x="212197" y="0"/>
                    </a:lnTo>
                    <a:cubicBezTo>
                      <a:pt x="226184" y="0"/>
                      <a:pt x="237523" y="11339"/>
                      <a:pt x="237523" y="25326"/>
                    </a:cubicBezTo>
                    <a:lnTo>
                      <a:pt x="237523" y="25326"/>
                    </a:lnTo>
                    <a:cubicBezTo>
                      <a:pt x="237523" y="39312"/>
                      <a:pt x="226184" y="50651"/>
                      <a:pt x="212197" y="50651"/>
                    </a:cubicBezTo>
                    <a:lnTo>
                      <a:pt x="25326" y="50651"/>
                    </a:lnTo>
                    <a:cubicBezTo>
                      <a:pt x="11339" y="50651"/>
                      <a:pt x="0" y="39312"/>
                      <a:pt x="0" y="25326"/>
                    </a:cubicBezTo>
                    <a:lnTo>
                      <a:pt x="0" y="25326"/>
                    </a:lnTo>
                    <a:cubicBezTo>
                      <a:pt x="0" y="11339"/>
                      <a:pt x="11339" y="0"/>
                      <a:pt x="25326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Google Shape;684;p13">
                <a:extLst>
                  <a:ext uri="{FF2B5EF4-FFF2-40B4-BE49-F238E27FC236}">
                    <a16:creationId xmlns:a16="http://schemas.microsoft.com/office/drawing/2014/main" id="{E3B831BB-CCF5-CA52-00C6-2150141E0C51}"/>
                  </a:ext>
                </a:extLst>
              </p:cNvPr>
              <p:cNvSpPr/>
              <p:nvPr/>
            </p:nvSpPr>
            <p:spPr>
              <a:xfrm rot="10800000">
                <a:off x="5452560" y="745200"/>
                <a:ext cx="901440" cy="37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" name="Google Shape;685;p13">
              <a:extLst>
                <a:ext uri="{FF2B5EF4-FFF2-40B4-BE49-F238E27FC236}">
                  <a16:creationId xmlns:a16="http://schemas.microsoft.com/office/drawing/2014/main" id="{290ADEC2-937E-56AF-F4D2-6C749DA8C89B}"/>
                </a:ext>
              </a:extLst>
            </p:cNvPr>
            <p:cNvGrpSpPr/>
            <p:nvPr/>
          </p:nvGrpSpPr>
          <p:grpSpPr>
            <a:xfrm>
              <a:off x="3071160" y="1044360"/>
              <a:ext cx="3282840" cy="389880"/>
              <a:chOff x="3071160" y="1044360"/>
              <a:chExt cx="3282840" cy="389880"/>
            </a:xfrm>
          </p:grpSpPr>
          <p:sp>
            <p:nvSpPr>
              <p:cNvPr id="340" name="Google Shape;686;p13">
                <a:extLst>
                  <a:ext uri="{FF2B5EF4-FFF2-40B4-BE49-F238E27FC236}">
                    <a16:creationId xmlns:a16="http://schemas.microsoft.com/office/drawing/2014/main" id="{486E8CFD-9815-80ED-94C8-AD140BF285C7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ED7843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Google Shape;687;p13">
                <a:extLst>
                  <a:ext uri="{FF2B5EF4-FFF2-40B4-BE49-F238E27FC236}">
                    <a16:creationId xmlns:a16="http://schemas.microsoft.com/office/drawing/2014/main" id="{A803DD9A-A5B8-C9EB-9316-13B0E1C7825F}"/>
                  </a:ext>
                </a:extLst>
              </p:cNvPr>
              <p:cNvSpPr/>
              <p:nvPr/>
            </p:nvSpPr>
            <p:spPr>
              <a:xfrm rot="10800000">
                <a:off x="3071160" y="104400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42" name="Google Shape;688;p13">
              <a:extLst>
                <a:ext uri="{FF2B5EF4-FFF2-40B4-BE49-F238E27FC236}">
                  <a16:creationId xmlns:a16="http://schemas.microsoft.com/office/drawing/2014/main" id="{02044E8B-1D09-A97F-FF78-E3BE0D0CAF82}"/>
                </a:ext>
              </a:extLst>
            </p:cNvPr>
            <p:cNvGrpSpPr/>
            <p:nvPr/>
          </p:nvGrpSpPr>
          <p:grpSpPr>
            <a:xfrm>
              <a:off x="3071160" y="429480"/>
              <a:ext cx="3282840" cy="389880"/>
              <a:chOff x="3071160" y="429480"/>
              <a:chExt cx="3282840" cy="389880"/>
            </a:xfrm>
          </p:grpSpPr>
          <p:sp>
            <p:nvSpPr>
              <p:cNvPr id="343" name="Google Shape;689;p13">
                <a:extLst>
                  <a:ext uri="{FF2B5EF4-FFF2-40B4-BE49-F238E27FC236}">
                    <a16:creationId xmlns:a16="http://schemas.microsoft.com/office/drawing/2014/main" id="{390D7FD8-EEBC-B6BA-7353-2C0677DBA1F5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209160"/>
              </a:xfrm>
              <a:custGeom>
                <a:avLst/>
                <a:gdLst/>
                <a:ahLst/>
                <a:cxnLst/>
                <a:rect l="l" t="t" r="r" b="b"/>
                <a:pathLst>
                  <a:path w="864681" h="55164">
                    <a:moveTo>
                      <a:pt x="27582" y="0"/>
                    </a:moveTo>
                    <a:lnTo>
                      <a:pt x="837100" y="0"/>
                    </a:lnTo>
                    <a:cubicBezTo>
                      <a:pt x="852333" y="0"/>
                      <a:pt x="864681" y="12349"/>
                      <a:pt x="864681" y="27582"/>
                    </a:cubicBezTo>
                    <a:lnTo>
                      <a:pt x="864681" y="27582"/>
                    </a:lnTo>
                    <a:cubicBezTo>
                      <a:pt x="864681" y="34897"/>
                      <a:pt x="861775" y="41912"/>
                      <a:pt x="856603" y="47085"/>
                    </a:cubicBezTo>
                    <a:cubicBezTo>
                      <a:pt x="851430" y="52258"/>
                      <a:pt x="844415" y="55164"/>
                      <a:pt x="837100" y="55164"/>
                    </a:cubicBezTo>
                    <a:lnTo>
                      <a:pt x="27582" y="55164"/>
                    </a:lnTo>
                    <a:cubicBezTo>
                      <a:pt x="12349" y="55164"/>
                      <a:pt x="0" y="42815"/>
                      <a:pt x="0" y="27582"/>
                    </a:cubicBezTo>
                    <a:lnTo>
                      <a:pt x="0" y="27582"/>
                    </a:lnTo>
                    <a:cubicBezTo>
                      <a:pt x="0" y="12349"/>
                      <a:pt x="12349" y="0"/>
                      <a:pt x="27582" y="0"/>
                    </a:cubicBezTo>
                    <a:close/>
                  </a:path>
                </a:pathLst>
              </a:custGeom>
              <a:solidFill>
                <a:srgbClr val="F3D0D2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Google Shape;690;p13">
                <a:extLst>
                  <a:ext uri="{FF2B5EF4-FFF2-40B4-BE49-F238E27FC236}">
                    <a16:creationId xmlns:a16="http://schemas.microsoft.com/office/drawing/2014/main" id="{FC3E11CF-EA3E-0C11-D9CB-13637E2B92A0}"/>
                  </a:ext>
                </a:extLst>
              </p:cNvPr>
              <p:cNvSpPr/>
              <p:nvPr/>
            </p:nvSpPr>
            <p:spPr>
              <a:xfrm rot="10800000">
                <a:off x="3071160" y="429120"/>
                <a:ext cx="3282840" cy="389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59" name="Google Shape;705;p13">
            <a:extLst>
              <a:ext uri="{FF2B5EF4-FFF2-40B4-BE49-F238E27FC236}">
                <a16:creationId xmlns:a16="http://schemas.microsoft.com/office/drawing/2014/main" id="{66CD40BC-D924-EB8D-FC54-BDB086ECD093}"/>
              </a:ext>
            </a:extLst>
          </p:cNvPr>
          <p:cNvSpPr/>
          <p:nvPr/>
        </p:nvSpPr>
        <p:spPr>
          <a:xfrm>
            <a:off x="3671570" y="2550795"/>
            <a:ext cx="9770110" cy="92955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5400" b="1" strike="noStrike" spc="-1" dirty="0">
                <a:solidFill>
                  <a:srgbClr val="393A3F"/>
                </a:solidFill>
                <a:latin typeface="Anton"/>
                <a:ea typeface="Anton"/>
              </a:rPr>
              <a:t>Final Say</a:t>
            </a:r>
          </a:p>
        </p:txBody>
      </p:sp>
      <p:sp>
        <p:nvSpPr>
          <p:cNvPr id="360" name="Google Shape;706;p13">
            <a:extLst>
              <a:ext uri="{FF2B5EF4-FFF2-40B4-BE49-F238E27FC236}">
                <a16:creationId xmlns:a16="http://schemas.microsoft.com/office/drawing/2014/main" id="{E01EA9A6-384F-5DFA-724A-7BE6812D20BE}"/>
              </a:ext>
            </a:extLst>
          </p:cNvPr>
          <p:cNvSpPr/>
          <p:nvPr/>
        </p:nvSpPr>
        <p:spPr>
          <a:xfrm>
            <a:off x="1583935" y="2394585"/>
            <a:ext cx="1485360" cy="1347357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7870" b="0" strike="noStrike" spc="-1" dirty="0">
                <a:solidFill>
                  <a:srgbClr val="FFFFFF"/>
                </a:solidFill>
                <a:latin typeface="Anton"/>
                <a:ea typeface="Anton"/>
              </a:rPr>
              <a:t>020</a:t>
            </a:r>
            <a:endParaRPr lang="en-US" sz="7870" b="0" strike="noStrike" spc="-1" dirty="0">
              <a:latin typeface="Arial"/>
            </a:endParaRPr>
          </a:p>
        </p:txBody>
      </p:sp>
      <p:sp>
        <p:nvSpPr>
          <p:cNvPr id="361" name="Google Shape;707;p13">
            <a:extLst>
              <a:ext uri="{FF2B5EF4-FFF2-40B4-BE49-F238E27FC236}">
                <a16:creationId xmlns:a16="http://schemas.microsoft.com/office/drawing/2014/main" id="{282F2739-0573-8EF6-91D4-9413641D9B32}"/>
              </a:ext>
            </a:extLst>
          </p:cNvPr>
          <p:cNvSpPr/>
          <p:nvPr/>
        </p:nvSpPr>
        <p:spPr>
          <a:xfrm>
            <a:off x="191770" y="4135120"/>
            <a:ext cx="12823825" cy="68435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  <a:tabLst>
                <a:tab pos="0" algn="l"/>
              </a:tabLst>
            </a:pPr>
            <a:r>
              <a:rPr lang="en-US" sz="3200" strike="noStrike" spc="-1" dirty="0">
                <a:solidFill>
                  <a:srgbClr val="000000"/>
                </a:solidFill>
                <a:latin typeface="+mj-lt"/>
                <a:ea typeface="Arial"/>
                <a:cs typeface="+mj-lt"/>
              </a:rPr>
              <a:t>        </a:t>
            </a:r>
            <a:endParaRPr lang="en-US" sz="3200" b="1" dirty="0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423EDFC-EFE9-D4A0-6A3F-51DC0427F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0" y="3415665"/>
            <a:ext cx="5455920" cy="4625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575E74-1FB5-DB7A-EF6C-8F72BFC94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465" y="2916000"/>
            <a:ext cx="7293535" cy="7371000"/>
          </a:xfrm>
          <a:prstGeom prst="rect">
            <a:avLst/>
          </a:prstGeom>
        </p:spPr>
      </p:pic>
      <p:grpSp>
        <p:nvGrpSpPr>
          <p:cNvPr id="3" name="Google Shape;691;p13">
            <a:extLst>
              <a:ext uri="{FF2B5EF4-FFF2-40B4-BE49-F238E27FC236}">
                <a16:creationId xmlns:a16="http://schemas.microsoft.com/office/drawing/2014/main" id="{1309BA21-FE69-EF18-FC59-F3F5354445D1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4" name="Google Shape;692;p13">
              <a:extLst>
                <a:ext uri="{FF2B5EF4-FFF2-40B4-BE49-F238E27FC236}">
                  <a16:creationId xmlns:a16="http://schemas.microsoft.com/office/drawing/2014/main" id="{66817FED-FA6D-025B-1CFA-36FF0C6168B9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3" name="Google Shape;693;p13">
                <a:extLst>
                  <a:ext uri="{FF2B5EF4-FFF2-40B4-BE49-F238E27FC236}">
                    <a16:creationId xmlns:a16="http://schemas.microsoft.com/office/drawing/2014/main" id="{9D08195C-9BC8-1DFA-B570-518670C3D3A1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Google Shape;694;p13">
                <a:extLst>
                  <a:ext uri="{FF2B5EF4-FFF2-40B4-BE49-F238E27FC236}">
                    <a16:creationId xmlns:a16="http://schemas.microsoft.com/office/drawing/2014/main" id="{F747E309-0989-9C33-9C0E-478945C6A9B0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oogle Shape;695;p13">
              <a:extLst>
                <a:ext uri="{FF2B5EF4-FFF2-40B4-BE49-F238E27FC236}">
                  <a16:creationId xmlns:a16="http://schemas.microsoft.com/office/drawing/2014/main" id="{01E294CB-6CF0-746B-6583-3DF442D36EAF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11" name="Google Shape;696;p13">
                <a:extLst>
                  <a:ext uri="{FF2B5EF4-FFF2-40B4-BE49-F238E27FC236}">
                    <a16:creationId xmlns:a16="http://schemas.microsoft.com/office/drawing/2014/main" id="{8AE42FF3-071A-4682-8427-33823AD67D8E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697;p13">
                <a:extLst>
                  <a:ext uri="{FF2B5EF4-FFF2-40B4-BE49-F238E27FC236}">
                    <a16:creationId xmlns:a16="http://schemas.microsoft.com/office/drawing/2014/main" id="{02450A0A-D911-8C82-D0BF-8B060449FC46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oogle Shape;698;p13">
              <a:extLst>
                <a:ext uri="{FF2B5EF4-FFF2-40B4-BE49-F238E27FC236}">
                  <a16:creationId xmlns:a16="http://schemas.microsoft.com/office/drawing/2014/main" id="{C33F0BD9-A9DE-5A90-D30B-6FA3902B46B0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9" name="Google Shape;699;p13">
                <a:extLst>
                  <a:ext uri="{FF2B5EF4-FFF2-40B4-BE49-F238E27FC236}">
                    <a16:creationId xmlns:a16="http://schemas.microsoft.com/office/drawing/2014/main" id="{32B24982-8ECD-02BB-FD1F-5D11C0E99E0D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700;p13">
                <a:extLst>
                  <a:ext uri="{FF2B5EF4-FFF2-40B4-BE49-F238E27FC236}">
                    <a16:creationId xmlns:a16="http://schemas.microsoft.com/office/drawing/2014/main" id="{B05203CE-B6A1-71DA-FFB0-50CCE131FFA1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" name="Google Shape;703;p13">
              <a:extLst>
                <a:ext uri="{FF2B5EF4-FFF2-40B4-BE49-F238E27FC236}">
                  <a16:creationId xmlns:a16="http://schemas.microsoft.com/office/drawing/2014/main" id="{8FE4A713-FBC6-BD4A-930E-94FE84B4399A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0555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462;p11"/>
          <p:cNvGrpSpPr/>
          <p:nvPr/>
        </p:nvGrpSpPr>
        <p:grpSpPr>
          <a:xfrm>
            <a:off x="1762037" y="3038167"/>
            <a:ext cx="14461188" cy="2963578"/>
            <a:chOff x="641160" y="7543800"/>
            <a:chExt cx="6529320" cy="1437120"/>
          </a:xfrm>
        </p:grpSpPr>
        <p:sp>
          <p:nvSpPr>
            <p:cNvPr id="3" name="Google Shape;463;p11"/>
            <p:cNvSpPr/>
            <p:nvPr/>
          </p:nvSpPr>
          <p:spPr>
            <a:xfrm>
              <a:off x="641160" y="7724880"/>
              <a:ext cx="6529320" cy="1256040"/>
            </a:xfrm>
            <a:custGeom>
              <a:avLst/>
              <a:gdLst/>
              <a:ahLst/>
              <a:cxnLst/>
              <a:rect l="l" t="t" r="r" b="b"/>
              <a:pathLst>
                <a:path w="1719710" h="330886">
                  <a:moveTo>
                    <a:pt x="60470" y="0"/>
                  </a:moveTo>
                  <a:lnTo>
                    <a:pt x="1659240" y="0"/>
                  </a:lnTo>
                  <a:cubicBezTo>
                    <a:pt x="1675277" y="0"/>
                    <a:pt x="1690658" y="6371"/>
                    <a:pt x="1701998" y="17711"/>
                  </a:cubicBezTo>
                  <a:cubicBezTo>
                    <a:pt x="1713339" y="29051"/>
                    <a:pt x="1719710" y="44432"/>
                    <a:pt x="1719710" y="60470"/>
                  </a:cubicBezTo>
                  <a:lnTo>
                    <a:pt x="1719710" y="270416"/>
                  </a:lnTo>
                  <a:cubicBezTo>
                    <a:pt x="1719710" y="303813"/>
                    <a:pt x="1692636" y="330886"/>
                    <a:pt x="1659240" y="330886"/>
                  </a:cubicBezTo>
                  <a:lnTo>
                    <a:pt x="60470" y="330886"/>
                  </a:lnTo>
                  <a:cubicBezTo>
                    <a:pt x="27073" y="330886"/>
                    <a:pt x="0" y="303813"/>
                    <a:pt x="0" y="270416"/>
                  </a:cubicBezTo>
                  <a:lnTo>
                    <a:pt x="0" y="60470"/>
                  </a:lnTo>
                  <a:cubicBezTo>
                    <a:pt x="0" y="27073"/>
                    <a:pt x="27073" y="0"/>
                    <a:pt x="60470" y="0"/>
                  </a:cubicBezTo>
                  <a:close/>
                </a:path>
              </a:pathLst>
            </a:custGeom>
            <a:solidFill>
              <a:srgbClr val="F6836B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Google Shape;464;p11"/>
            <p:cNvSpPr/>
            <p:nvPr/>
          </p:nvSpPr>
          <p:spPr>
            <a:xfrm>
              <a:off x="641160" y="7543800"/>
              <a:ext cx="6529320" cy="143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6134549" y="4152666"/>
            <a:ext cx="519962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/>
              <a:t>THANK YOU</a:t>
            </a:r>
          </a:p>
        </p:txBody>
      </p:sp>
      <p:grpSp>
        <p:nvGrpSpPr>
          <p:cNvPr id="6" name="Google Shape;691;p13">
            <a:extLst>
              <a:ext uri="{FF2B5EF4-FFF2-40B4-BE49-F238E27FC236}">
                <a16:creationId xmlns:a16="http://schemas.microsoft.com/office/drawing/2014/main" id="{F8D39E8F-5CC9-E61B-65BC-ECD97B32A92A}"/>
              </a:ext>
            </a:extLst>
          </p:cNvPr>
          <p:cNvGrpSpPr/>
          <p:nvPr/>
        </p:nvGrpSpPr>
        <p:grpSpPr>
          <a:xfrm>
            <a:off x="17080560" y="325080"/>
            <a:ext cx="815400" cy="875520"/>
            <a:chOff x="17080560" y="325080"/>
            <a:chExt cx="815400" cy="875520"/>
          </a:xfrm>
        </p:grpSpPr>
        <p:grpSp>
          <p:nvGrpSpPr>
            <p:cNvPr id="7" name="Google Shape;692;p13">
              <a:extLst>
                <a:ext uri="{FF2B5EF4-FFF2-40B4-BE49-F238E27FC236}">
                  <a16:creationId xmlns:a16="http://schemas.microsoft.com/office/drawing/2014/main" id="{E30EA48D-C532-55C4-5696-822144C8BEE8}"/>
                </a:ext>
              </a:extLst>
            </p:cNvPr>
            <p:cNvGrpSpPr/>
            <p:nvPr/>
          </p:nvGrpSpPr>
          <p:grpSpPr>
            <a:xfrm>
              <a:off x="17080560" y="420480"/>
              <a:ext cx="707040" cy="780120"/>
              <a:chOff x="17080560" y="420480"/>
              <a:chExt cx="707040" cy="780120"/>
            </a:xfrm>
          </p:grpSpPr>
          <p:sp>
            <p:nvSpPr>
              <p:cNvPr id="15" name="Google Shape;693;p13">
                <a:extLst>
                  <a:ext uri="{FF2B5EF4-FFF2-40B4-BE49-F238E27FC236}">
                    <a16:creationId xmlns:a16="http://schemas.microsoft.com/office/drawing/2014/main" id="{3FA31645-3162-37CB-2649-90E5F8D81C98}"/>
                  </a:ext>
                </a:extLst>
              </p:cNvPr>
              <p:cNvSpPr/>
              <p:nvPr/>
            </p:nvSpPr>
            <p:spPr>
              <a:xfrm>
                <a:off x="17080560" y="5187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Google Shape;694;p13">
                <a:extLst>
                  <a:ext uri="{FF2B5EF4-FFF2-40B4-BE49-F238E27FC236}">
                    <a16:creationId xmlns:a16="http://schemas.microsoft.com/office/drawing/2014/main" id="{52970179-21C0-38C1-3918-A1D1E5A57561}"/>
                  </a:ext>
                </a:extLst>
              </p:cNvPr>
              <p:cNvSpPr/>
              <p:nvPr/>
            </p:nvSpPr>
            <p:spPr>
              <a:xfrm>
                <a:off x="17080560" y="4204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oogle Shape;695;p13">
              <a:extLst>
                <a:ext uri="{FF2B5EF4-FFF2-40B4-BE49-F238E27FC236}">
                  <a16:creationId xmlns:a16="http://schemas.microsoft.com/office/drawing/2014/main" id="{E511CCC8-7511-42B3-D924-960846673907}"/>
                </a:ext>
              </a:extLst>
            </p:cNvPr>
            <p:cNvGrpSpPr/>
            <p:nvPr/>
          </p:nvGrpSpPr>
          <p:grpSpPr>
            <a:xfrm>
              <a:off x="17188920" y="325080"/>
              <a:ext cx="707040" cy="780120"/>
              <a:chOff x="17188920" y="325080"/>
              <a:chExt cx="707040" cy="780120"/>
            </a:xfrm>
          </p:grpSpPr>
          <p:sp>
            <p:nvSpPr>
              <p:cNvPr id="13" name="Google Shape;696;p13">
                <a:extLst>
                  <a:ext uri="{FF2B5EF4-FFF2-40B4-BE49-F238E27FC236}">
                    <a16:creationId xmlns:a16="http://schemas.microsoft.com/office/drawing/2014/main" id="{763485FE-B041-86C3-3B24-AB08CACB93A2}"/>
                  </a:ext>
                </a:extLst>
              </p:cNvPr>
              <p:cNvSpPr/>
              <p:nvPr/>
            </p:nvSpPr>
            <p:spPr>
              <a:xfrm>
                <a:off x="17188920" y="423360"/>
                <a:ext cx="707040" cy="681840"/>
              </a:xfrm>
              <a:custGeom>
                <a:avLst/>
                <a:gdLst/>
                <a:ahLst/>
                <a:cxnLst/>
                <a:rect l="l" t="t" r="r" b="b"/>
                <a:pathLst>
                  <a:path w="343153" h="330886">
                    <a:moveTo>
                      <a:pt x="165443" y="0"/>
                    </a:moveTo>
                    <a:lnTo>
                      <a:pt x="177710" y="0"/>
                    </a:lnTo>
                    <a:cubicBezTo>
                      <a:pt x="221589" y="0"/>
                      <a:pt x="263670" y="17431"/>
                      <a:pt x="294696" y="48457"/>
                    </a:cubicBezTo>
                    <a:cubicBezTo>
                      <a:pt x="325723" y="79484"/>
                      <a:pt x="343153" y="121565"/>
                      <a:pt x="343153" y="165443"/>
                    </a:cubicBezTo>
                    <a:lnTo>
                      <a:pt x="343153" y="165443"/>
                    </a:lnTo>
                    <a:cubicBezTo>
                      <a:pt x="343153" y="256814"/>
                      <a:pt x="269082" y="330886"/>
                      <a:pt x="177710" y="330886"/>
                    </a:cubicBezTo>
                    <a:lnTo>
                      <a:pt x="165443" y="330886"/>
                    </a:lnTo>
                    <a:cubicBezTo>
                      <a:pt x="74071" y="330886"/>
                      <a:pt x="0" y="256814"/>
                      <a:pt x="0" y="165443"/>
                    </a:cubicBezTo>
                    <a:lnTo>
                      <a:pt x="0" y="165443"/>
                    </a:lnTo>
                    <a:cubicBezTo>
                      <a:pt x="0" y="74071"/>
                      <a:pt x="74071" y="0"/>
                      <a:pt x="165443" y="0"/>
                    </a:cubicBezTo>
                    <a:close/>
                  </a:path>
                </a:pathLst>
              </a:custGeom>
              <a:solidFill>
                <a:srgbClr val="F6836B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Google Shape;697;p13">
                <a:extLst>
                  <a:ext uri="{FF2B5EF4-FFF2-40B4-BE49-F238E27FC236}">
                    <a16:creationId xmlns:a16="http://schemas.microsoft.com/office/drawing/2014/main" id="{BF6F80D5-A0D2-2ECA-8B65-4F1E5A95D96F}"/>
                  </a:ext>
                </a:extLst>
              </p:cNvPr>
              <p:cNvSpPr/>
              <p:nvPr/>
            </p:nvSpPr>
            <p:spPr>
              <a:xfrm>
                <a:off x="17188920" y="325080"/>
                <a:ext cx="707040" cy="780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oogle Shape;698;p13">
              <a:extLst>
                <a:ext uri="{FF2B5EF4-FFF2-40B4-BE49-F238E27FC236}">
                  <a16:creationId xmlns:a16="http://schemas.microsoft.com/office/drawing/2014/main" id="{D2588D3C-C204-EE7C-4AC0-8848DA216274}"/>
                </a:ext>
              </a:extLst>
            </p:cNvPr>
            <p:cNvGrpSpPr/>
            <p:nvPr/>
          </p:nvGrpSpPr>
          <p:grpSpPr>
            <a:xfrm>
              <a:off x="17362080" y="540000"/>
              <a:ext cx="419040" cy="395640"/>
              <a:chOff x="17362080" y="540000"/>
              <a:chExt cx="419040" cy="395640"/>
            </a:xfrm>
          </p:grpSpPr>
          <p:sp>
            <p:nvSpPr>
              <p:cNvPr id="11" name="Google Shape;699;p13">
                <a:extLst>
                  <a:ext uri="{FF2B5EF4-FFF2-40B4-BE49-F238E27FC236}">
                    <a16:creationId xmlns:a16="http://schemas.microsoft.com/office/drawing/2014/main" id="{B6BF9AE5-14A9-4E4F-C5B0-9825E20AA3C8}"/>
                  </a:ext>
                </a:extLst>
              </p:cNvPr>
              <p:cNvSpPr/>
              <p:nvPr/>
            </p:nvSpPr>
            <p:spPr>
              <a:xfrm rot="2821200">
                <a:off x="17516880" y="541440"/>
                <a:ext cx="52200" cy="445680"/>
              </a:xfrm>
              <a:custGeom>
                <a:avLst/>
                <a:gdLst/>
                <a:ahLst/>
                <a:cxnLst/>
                <a:rect l="l" t="t" r="r" b="b"/>
                <a:pathLst>
                  <a:path w="31856" h="270933">
                    <a:moveTo>
                      <a:pt x="15928" y="0"/>
                    </a:moveTo>
                    <a:lnTo>
                      <a:pt x="15928" y="0"/>
                    </a:lnTo>
                    <a:cubicBezTo>
                      <a:pt x="20153" y="0"/>
                      <a:pt x="24204" y="1678"/>
                      <a:pt x="27191" y="4665"/>
                    </a:cubicBezTo>
                    <a:cubicBezTo>
                      <a:pt x="30178" y="7652"/>
                      <a:pt x="31856" y="11704"/>
                      <a:pt x="31856" y="15928"/>
                    </a:cubicBezTo>
                    <a:lnTo>
                      <a:pt x="31856" y="255005"/>
                    </a:lnTo>
                    <a:cubicBezTo>
                      <a:pt x="31856" y="259230"/>
                      <a:pt x="30178" y="263281"/>
                      <a:pt x="27191" y="266268"/>
                    </a:cubicBezTo>
                    <a:cubicBezTo>
                      <a:pt x="24204" y="269255"/>
                      <a:pt x="20153" y="270933"/>
                      <a:pt x="15928" y="270933"/>
                    </a:cubicBezTo>
                    <a:lnTo>
                      <a:pt x="15928" y="270933"/>
                    </a:lnTo>
                    <a:cubicBezTo>
                      <a:pt x="7131" y="270933"/>
                      <a:pt x="0" y="263802"/>
                      <a:pt x="0" y="255005"/>
                    </a:cubicBezTo>
                    <a:lnTo>
                      <a:pt x="0" y="15928"/>
                    </a:lnTo>
                    <a:cubicBezTo>
                      <a:pt x="0" y="7131"/>
                      <a:pt x="7131" y="0"/>
                      <a:pt x="15928" y="0"/>
                    </a:cubicBezTo>
                    <a:close/>
                  </a:path>
                </a:pathLst>
              </a:custGeom>
              <a:solidFill>
                <a:srgbClr val="393A3F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Google Shape;700;p13">
                <a:extLst>
                  <a:ext uri="{FF2B5EF4-FFF2-40B4-BE49-F238E27FC236}">
                    <a16:creationId xmlns:a16="http://schemas.microsoft.com/office/drawing/2014/main" id="{73B46780-BE8B-034B-A4EC-812D91828AC5}"/>
                  </a:ext>
                </a:extLst>
              </p:cNvPr>
              <p:cNvSpPr/>
              <p:nvPr/>
            </p:nvSpPr>
            <p:spPr>
              <a:xfrm rot="2821200">
                <a:off x="17545320" y="475560"/>
                <a:ext cx="52200" cy="52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" name="Google Shape;703;p13">
              <a:extLst>
                <a:ext uri="{FF2B5EF4-FFF2-40B4-BE49-F238E27FC236}">
                  <a16:creationId xmlns:a16="http://schemas.microsoft.com/office/drawing/2014/main" id="{D5B337E7-4E3C-8AFB-C216-0F423DC7BF3D}"/>
                </a:ext>
              </a:extLst>
            </p:cNvPr>
            <p:cNvSpPr/>
            <p:nvPr/>
          </p:nvSpPr>
          <p:spPr>
            <a:xfrm rot="8221200">
              <a:off x="17542800" y="531000"/>
              <a:ext cx="54000" cy="52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563</Words>
  <Application>Microsoft Office PowerPoint</Application>
  <PresentationFormat>Custom</PresentationFormat>
  <Paragraphs>111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Anton</vt:lpstr>
      <vt:lpstr>Arial</vt:lpstr>
      <vt:lpstr>Calibri</vt:lpstr>
      <vt:lpstr>Petrona Bold</vt:lpstr>
      <vt:lpstr>Source Serif Pro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Simon Temesgen Tegegne</cp:lastModifiedBy>
  <cp:revision>160</cp:revision>
  <dcterms:created xsi:type="dcterms:W3CDTF">2025-10-10T06:11:35Z</dcterms:created>
  <dcterms:modified xsi:type="dcterms:W3CDTF">2026-02-18T08:14:25Z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